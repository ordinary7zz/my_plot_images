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88" autoAdjust="0"/>
    <p:restoredTop sz="94617"/>
  </p:normalViewPr>
  <p:slideViewPr>
    <p:cSldViewPr snapToGrid="0">
      <p:cViewPr varScale="1">
        <p:scale>
          <a:sx n="48" d="100"/>
          <a:sy n="48" d="100"/>
        </p:scale>
        <p:origin x="148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98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160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/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75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87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348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8982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130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3571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5401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955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769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431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58E3D-4FB0-43EE-832D-2275ACAC2047}" type="datetimeFigureOut">
              <a:rPr lang="zh-CN" altLang="en-US" smtClean="0"/>
              <a:t>2026/6/19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575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A7B085AC-D9ED-BA0D-418F-DA041786AC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383482" cy="64800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9231656C-A0F9-5BC5-B772-6CCA99BE9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456570" cy="6480000"/>
          </a:xfrm>
          <a:prstGeom prst="rect">
            <a:avLst/>
          </a:prstGeom>
        </p:spPr>
      </p:pic>
      <p:pic>
        <p:nvPicPr>
          <p:cNvPr id="81" name="图形 80">
            <a:extLst>
              <a:ext uri="{FF2B5EF4-FFF2-40B4-BE49-F238E27FC236}">
                <a16:creationId xmlns:a16="http://schemas.microsoft.com/office/drawing/2014/main" id="{3CA205DF-AB85-3601-7D0F-C0E4A6D08B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8663" y="12002821"/>
            <a:ext cx="6063787" cy="5400000"/>
          </a:xfrm>
          <a:prstGeom prst="rect">
            <a:avLst/>
          </a:prstGeom>
        </p:spPr>
      </p:pic>
      <p:pic>
        <p:nvPicPr>
          <p:cNvPr id="25" name="图形 24">
            <a:extLst>
              <a:ext uri="{FF2B5EF4-FFF2-40B4-BE49-F238E27FC236}">
                <a16:creationId xmlns:a16="http://schemas.microsoft.com/office/drawing/2014/main" id="{F8BDDB15-F8AC-649E-3EA1-881F8F1E6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789972C-900C-E1E5-BF7A-D5922AE9047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16" y="0"/>
            <a:ext cx="6055856" cy="55800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752FFD06-2729-0B06-393C-AA2E09C066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583" y="0"/>
            <a:ext cx="6050456" cy="55800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98B08B0-9533-CB04-FFBF-4377DEF6F178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E9B347-08D2-8170-897A-AE9004CC4B25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2B357C0-0929-8F48-DB48-01088B972A41}"/>
              </a:ext>
            </a:extLst>
          </p:cNvPr>
          <p:cNvSpPr txBox="1"/>
          <p:nvPr/>
        </p:nvSpPr>
        <p:spPr>
          <a:xfrm>
            <a:off x="47367" y="11817258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070171-FCCF-0B0B-A2B3-E041A3FD269F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1B01E3-8F35-7A70-1557-CB0E0BD51C73}"/>
              </a:ext>
            </a:extLst>
          </p:cNvPr>
          <p:cNvSpPr txBox="1"/>
          <p:nvPr/>
        </p:nvSpPr>
        <p:spPr>
          <a:xfrm>
            <a:off x="11981220" y="1191021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02ADE6C-99D5-47CB-FC82-948A88274C2B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C012111-24C5-760E-4502-EA6E2140AAAA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EB844EE-21FB-19FD-8CF7-355F25E08316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23EF4E4-6CB9-F5C6-6984-1C12424530D2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60CDF4-591A-C3CD-14E5-925AB12512F8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9B634E5-C39C-0AFC-3530-316D2B12879B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E18F82-5DDA-829E-748E-1A8B5DEFD66E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8D1DF647-FEB4-390A-34C3-9B5F686BE383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8C3E1B0-E81B-93CD-8E3A-B18524DBA701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BFD1BE0-FFCF-8F75-7841-3496C22B72FE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0045F3D-90A0-4517-1865-AC34D065390B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8D70FD9-01CF-32DD-04EC-1E6FFB282A7A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87E621F-D3C6-FC8B-7E78-171113A0B932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A042AED-B54A-625F-36C6-A4016EDBE59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09C4C12-49F6-A506-D434-A5C6726D700B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CBFC653-7469-BEF8-41B9-FBA8B5A0E776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7D0902C-E67F-773D-1F54-AC3B7C79DAC2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169E82E-4D26-8137-DABB-A316BBFD5103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5B46B69-89CE-F32D-A4C1-6BADCA5406FB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60CBF1-5912-64CD-7025-CB3EB497F777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525F789-B9CB-16C4-5B5A-7412CCFD5039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A3820FE-8BD4-66FE-8609-C324D2A3AE8E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3B83F2A-FADB-F07A-7106-FC4EFC588DB3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4000120-4E87-5ABF-1D86-0B3F15B471A1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DFF62D1-29B2-70C5-35A0-6AEF96D0804A}"/>
              </a:ext>
            </a:extLst>
          </p:cNvPr>
          <p:cNvSpPr txBox="1"/>
          <p:nvPr/>
        </p:nvSpPr>
        <p:spPr>
          <a:xfrm>
            <a:off x="3622170" y="13162870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A57140C7-3AB7-DACE-1D77-71CFADEC00CB}"/>
              </a:ext>
            </a:extLst>
          </p:cNvPr>
          <p:cNvSpPr txBox="1"/>
          <p:nvPr/>
        </p:nvSpPr>
        <p:spPr>
          <a:xfrm>
            <a:off x="3621600" y="14023053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A28ADE6C-E2AB-A89C-1233-568CC0FBCB09}"/>
              </a:ext>
            </a:extLst>
          </p:cNvPr>
          <p:cNvSpPr txBox="1"/>
          <p:nvPr/>
        </p:nvSpPr>
        <p:spPr>
          <a:xfrm>
            <a:off x="3621600" y="1484467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79996EF-785E-EA92-3967-1DE43B5DA3FF}"/>
              </a:ext>
            </a:extLst>
          </p:cNvPr>
          <p:cNvSpPr txBox="1"/>
          <p:nvPr/>
        </p:nvSpPr>
        <p:spPr>
          <a:xfrm>
            <a:off x="3621600" y="1569006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3580AB7-7999-60C9-55A5-336BC2090E49}"/>
              </a:ext>
            </a:extLst>
          </p:cNvPr>
          <p:cNvSpPr txBox="1"/>
          <p:nvPr/>
        </p:nvSpPr>
        <p:spPr>
          <a:xfrm>
            <a:off x="3621600" y="16543599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92195CF-41E7-615C-662F-1ACDAAFE4AD6}"/>
              </a:ext>
            </a:extLst>
          </p:cNvPr>
          <p:cNvSpPr txBox="1"/>
          <p:nvPr/>
        </p:nvSpPr>
        <p:spPr>
          <a:xfrm>
            <a:off x="790979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25A82E0-E80A-D71B-6F47-69E4F847D0B5}"/>
              </a:ext>
            </a:extLst>
          </p:cNvPr>
          <p:cNvSpPr txBox="1"/>
          <p:nvPr/>
        </p:nvSpPr>
        <p:spPr>
          <a:xfrm>
            <a:off x="2062312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71F6C51-D8D2-F795-5828-6735272FC611}"/>
              </a:ext>
            </a:extLst>
          </p:cNvPr>
          <p:cNvSpPr txBox="1"/>
          <p:nvPr/>
        </p:nvSpPr>
        <p:spPr>
          <a:xfrm>
            <a:off x="337055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556F9CA-E5B7-98B3-6EAF-AF6C2C7EA168}"/>
              </a:ext>
            </a:extLst>
          </p:cNvPr>
          <p:cNvSpPr txBox="1"/>
          <p:nvPr/>
        </p:nvSpPr>
        <p:spPr>
          <a:xfrm>
            <a:off x="4678800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5199EF3-67F2-8FE8-2525-B1F923BEDAED}"/>
              </a:ext>
            </a:extLst>
          </p:cNvPr>
          <p:cNvSpPr txBox="1"/>
          <p:nvPr/>
        </p:nvSpPr>
        <p:spPr>
          <a:xfrm>
            <a:off x="592889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54FA011C-D481-1448-1BEE-03F62E53F8E6}"/>
              </a:ext>
            </a:extLst>
          </p:cNvPr>
          <p:cNvSpPr txBox="1"/>
          <p:nvPr/>
        </p:nvSpPr>
        <p:spPr>
          <a:xfrm>
            <a:off x="1111170" y="12044784"/>
            <a:ext cx="17440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435D0FD1-292E-4992-A872-E5C32B5F0817}"/>
              </a:ext>
            </a:extLst>
          </p:cNvPr>
          <p:cNvSpPr txBox="1"/>
          <p:nvPr/>
        </p:nvSpPr>
        <p:spPr>
          <a:xfrm>
            <a:off x="3935792" y="12026860"/>
            <a:ext cx="1745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6C4E305-C53A-CEBE-B9A4-5083F575430C}"/>
              </a:ext>
            </a:extLst>
          </p:cNvPr>
          <p:cNvSpPr txBox="1"/>
          <p:nvPr/>
        </p:nvSpPr>
        <p:spPr>
          <a:xfrm>
            <a:off x="109963" y="17538998"/>
            <a:ext cx="675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386DD1A9-E583-EDDF-E406-EBC9B17EE459}"/>
              </a:ext>
            </a:extLst>
          </p:cNvPr>
          <p:cNvSpPr/>
          <p:nvPr/>
        </p:nvSpPr>
        <p:spPr>
          <a:xfrm>
            <a:off x="13248695" y="12767240"/>
            <a:ext cx="3322787" cy="3405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6" name="图形 95">
            <a:extLst>
              <a:ext uri="{FF2B5EF4-FFF2-40B4-BE49-F238E27FC236}">
                <a16:creationId xmlns:a16="http://schemas.microsoft.com/office/drawing/2014/main" id="{F6442159-6A32-9456-8386-4D1C87F51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754869" y="11923754"/>
            <a:ext cx="5212618" cy="5400000"/>
          </a:xfrm>
          <a:prstGeom prst="rect">
            <a:avLst/>
          </a:prstGeom>
        </p:spPr>
      </p:pic>
      <p:sp>
        <p:nvSpPr>
          <p:cNvPr id="97" name="文本框 96">
            <a:extLst>
              <a:ext uri="{FF2B5EF4-FFF2-40B4-BE49-F238E27FC236}">
                <a16:creationId xmlns:a16="http://schemas.microsoft.com/office/drawing/2014/main" id="{B9EAB0A2-43A5-A485-6B6F-7DA4D9546EB8}"/>
              </a:ext>
            </a:extLst>
          </p:cNvPr>
          <p:cNvSpPr txBox="1"/>
          <p:nvPr/>
        </p:nvSpPr>
        <p:spPr>
          <a:xfrm>
            <a:off x="12299020" y="13255792"/>
            <a:ext cx="3050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D1D7F8-606B-708D-61ED-2688A27999EF}"/>
              </a:ext>
            </a:extLst>
          </p:cNvPr>
          <p:cNvSpPr txBox="1"/>
          <p:nvPr/>
        </p:nvSpPr>
        <p:spPr>
          <a:xfrm>
            <a:off x="15390612" y="14065889"/>
            <a:ext cx="2461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RLNU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3530B75C-3AC1-2405-2DCF-63CF7C1A46E3}"/>
              </a:ext>
            </a:extLst>
          </p:cNvPr>
          <p:cNvSpPr txBox="1"/>
          <p:nvPr/>
        </p:nvSpPr>
        <p:spPr>
          <a:xfrm>
            <a:off x="12311667" y="14861438"/>
            <a:ext cx="303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02D97F5-9EA2-B526-17FC-79E865A55544}"/>
              </a:ext>
            </a:extLst>
          </p:cNvPr>
          <p:cNvSpPr txBox="1"/>
          <p:nvPr/>
        </p:nvSpPr>
        <p:spPr>
          <a:xfrm>
            <a:off x="15390000" y="15761047"/>
            <a:ext cx="3067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 RLNUN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69C2D26B-B2F0-DF17-035D-E555CD5317C5}"/>
              </a:ext>
            </a:extLst>
          </p:cNvPr>
          <p:cNvSpPr txBox="1"/>
          <p:nvPr/>
        </p:nvSpPr>
        <p:spPr>
          <a:xfrm>
            <a:off x="15390000" y="16477300"/>
            <a:ext cx="2832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4C476FDE-077F-2E64-4EA4-E45ED06910D1}"/>
              </a:ext>
            </a:extLst>
          </p:cNvPr>
          <p:cNvSpPr txBox="1"/>
          <p:nvPr/>
        </p:nvSpPr>
        <p:spPr>
          <a:xfrm>
            <a:off x="1252869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E8BD9A29-2825-91A4-F058-93D4F6CC1F94}"/>
              </a:ext>
            </a:extLst>
          </p:cNvPr>
          <p:cNvSpPr txBox="1"/>
          <p:nvPr/>
        </p:nvSpPr>
        <p:spPr>
          <a:xfrm>
            <a:off x="13747183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7D4EAB8-B26B-A01D-B1B9-66498EF17AB9}"/>
              </a:ext>
            </a:extLst>
          </p:cNvPr>
          <p:cNvSpPr txBox="1"/>
          <p:nvPr/>
        </p:nvSpPr>
        <p:spPr>
          <a:xfrm>
            <a:off x="15001178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BEA1C51-824A-B961-4D26-F404051467EF}"/>
              </a:ext>
            </a:extLst>
          </p:cNvPr>
          <p:cNvSpPr txBox="1"/>
          <p:nvPr/>
        </p:nvSpPr>
        <p:spPr>
          <a:xfrm>
            <a:off x="1620677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975D0BA-EAEB-F1BA-95F9-D022BF1F1012}"/>
              </a:ext>
            </a:extLst>
          </p:cNvPr>
          <p:cNvSpPr txBox="1"/>
          <p:nvPr/>
        </p:nvSpPr>
        <p:spPr>
          <a:xfrm>
            <a:off x="17471217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89D2BF49-7A58-553E-C36A-F31B6774DEDA}"/>
              </a:ext>
            </a:extLst>
          </p:cNvPr>
          <p:cNvSpPr txBox="1"/>
          <p:nvPr/>
        </p:nvSpPr>
        <p:spPr>
          <a:xfrm>
            <a:off x="11935174" y="17490863"/>
            <a:ext cx="685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D5A89471-889F-F177-CD39-CFEB961F474C}"/>
              </a:ext>
            </a:extLst>
          </p:cNvPr>
          <p:cNvSpPr txBox="1"/>
          <p:nvPr/>
        </p:nvSpPr>
        <p:spPr>
          <a:xfrm>
            <a:off x="13560397" y="12190491"/>
            <a:ext cx="160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FA0BC142-68C6-8062-7B27-67DA4A8982D6}"/>
              </a:ext>
            </a:extLst>
          </p:cNvPr>
          <p:cNvSpPr txBox="1"/>
          <p:nvPr/>
        </p:nvSpPr>
        <p:spPr>
          <a:xfrm>
            <a:off x="15936398" y="12157156"/>
            <a:ext cx="1370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EF5F254-8E6E-5CFE-FAE4-1E1296D91D3A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200" y="12247200"/>
            <a:ext cx="5040000" cy="5688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682E7A8-6886-8D55-EFA8-001CA7DFAE8C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4400" y="12247200"/>
            <a:ext cx="5040000" cy="5688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7730DDFB-E820-1D68-CBC4-A140B7EE617B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D027EB1-C5EB-02B9-1AA1-590A60868D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42117FB-E75F-333A-E780-95D1FE1950AE}"/>
              </a:ext>
            </a:extLst>
          </p:cNvPr>
          <p:cNvSpPr txBox="1"/>
          <p:nvPr/>
        </p:nvSpPr>
        <p:spPr>
          <a:xfrm>
            <a:off x="6809346" y="12260722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CD5B426E-EC19-1D51-C729-E57AE134DA9E}"/>
              </a:ext>
            </a:extLst>
          </p:cNvPr>
          <p:cNvSpPr txBox="1"/>
          <p:nvPr/>
        </p:nvSpPr>
        <p:spPr>
          <a:xfrm>
            <a:off x="18662400" y="12261600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2938B96-0E8A-975D-55A9-E201C063839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8566" y="0"/>
            <a:ext cx="6090332" cy="5580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87E17D1-272C-6AC3-1B4B-249D8419DE9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728" y="9769"/>
            <a:ext cx="6090332" cy="55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051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225</TotalTime>
  <Words>138</Words>
  <Application>Microsoft Macintosh PowerPoint</Application>
  <PresentationFormat>自定义</PresentationFormat>
  <Paragraphs>62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小路 绫</dc:creator>
  <cp:lastModifiedBy>T210463</cp:lastModifiedBy>
  <cp:revision>13</cp:revision>
  <dcterms:created xsi:type="dcterms:W3CDTF">2026-06-09T14:21:38Z</dcterms:created>
  <dcterms:modified xsi:type="dcterms:W3CDTF">2026-06-19T09:17:05Z</dcterms:modified>
</cp:coreProperties>
</file>