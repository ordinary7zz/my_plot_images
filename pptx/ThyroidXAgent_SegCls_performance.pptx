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8" r:id="rId3"/>
    <p:sldId id="257" r:id="rId4"/>
  </p:sldIdLst>
  <p:sldSz cx="2376011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E"/>
    <a:srgbClr val="E6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8" autoAdjust="0"/>
    <p:restoredTop sz="89559"/>
  </p:normalViewPr>
  <p:slideViewPr>
    <p:cSldViewPr snapToGrid="0">
      <p:cViewPr varScale="1">
        <p:scale>
          <a:sx n="45" d="100"/>
          <a:sy n="45" d="100"/>
        </p:scale>
        <p:origin x="70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81B89-DEA1-944A-8158-03085A006831}" type="datetimeFigureOut">
              <a:rPr kumimoji="1" lang="zh-CN" altLang="en-US" smtClean="0"/>
              <a:t>2026/6/24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92238" y="1143000"/>
            <a:ext cx="4073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EBD01-34DB-4E4F-AB8D-98FF58A63A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769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EBD01-34DB-4E4F-AB8D-98FF58A63A5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9615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EBD01-34DB-4E4F-AB8D-98FF58A63A50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647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ThyroidXL_train_00002730_C9690598_1.png</a:t>
            </a:r>
          </a:p>
          <a:p>
            <a:r>
              <a:rPr kumimoji="1" lang="en" altLang="zh-CN" dirty="0"/>
              <a:t>TN3K_test_0040</a:t>
            </a:r>
            <a:r>
              <a:rPr kumimoji="1" lang="en-US" altLang="zh-CN" dirty="0"/>
              <a:t>.jpg</a:t>
            </a:r>
            <a:endParaRPr kumimoji="1" lang="en" altLang="zh-CN" dirty="0"/>
          </a:p>
          <a:p>
            <a:r>
              <a:rPr kumimoji="1" lang="en" altLang="zh-CN" dirty="0"/>
              <a:t>ThyroidXL_test_00000364_B1B830C3_3.png</a:t>
            </a:r>
          </a:p>
          <a:p>
            <a:r>
              <a:rPr kumimoji="1" lang="en" altLang="zh-CN" dirty="0"/>
              <a:t>ThyroidXL_test_00002838_A9C56A4B_0.png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EBD01-34DB-4E4F-AB8D-98FF58A63A50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3492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2009" y="2945943"/>
            <a:ext cx="20196096" cy="6266897"/>
          </a:xfrm>
        </p:spPr>
        <p:txBody>
          <a:bodyPr anchor="b"/>
          <a:lstStyle>
            <a:lvl1pPr algn="ctr">
              <a:defRPr sz="155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0014" y="9454516"/>
            <a:ext cx="17820085" cy="4345992"/>
          </a:xfrm>
        </p:spPr>
        <p:txBody>
          <a:bodyPr/>
          <a:lstStyle>
            <a:lvl1pPr marL="0" indent="0" algn="ctr">
              <a:buNone/>
              <a:defRPr sz="6236"/>
            </a:lvl1pPr>
            <a:lvl2pPr marL="1187988" indent="0" algn="ctr">
              <a:buNone/>
              <a:defRPr sz="5197"/>
            </a:lvl2pPr>
            <a:lvl3pPr marL="2375977" indent="0" algn="ctr">
              <a:buNone/>
              <a:defRPr sz="4677"/>
            </a:lvl3pPr>
            <a:lvl4pPr marL="3563965" indent="0" algn="ctr">
              <a:buNone/>
              <a:defRPr sz="4157"/>
            </a:lvl4pPr>
            <a:lvl5pPr marL="4751954" indent="0" algn="ctr">
              <a:buNone/>
              <a:defRPr sz="4157"/>
            </a:lvl5pPr>
            <a:lvl6pPr marL="5939942" indent="0" algn="ctr">
              <a:buNone/>
              <a:defRPr sz="4157"/>
            </a:lvl6pPr>
            <a:lvl7pPr marL="7127931" indent="0" algn="ctr">
              <a:buNone/>
              <a:defRPr sz="4157"/>
            </a:lvl7pPr>
            <a:lvl8pPr marL="8315919" indent="0" algn="ctr">
              <a:buNone/>
              <a:defRPr sz="4157"/>
            </a:lvl8pPr>
            <a:lvl9pPr marL="9503908" indent="0" algn="ctr">
              <a:buNone/>
              <a:defRPr sz="415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98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16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134" y="4487671"/>
            <a:ext cx="20493097" cy="7487774"/>
          </a:xfrm>
        </p:spPr>
        <p:txBody>
          <a:bodyPr anchor="b"/>
          <a:lstStyle>
            <a:lvl1pPr>
              <a:defRPr sz="155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1134" y="12046282"/>
            <a:ext cx="20493097" cy="3937644"/>
          </a:xfrm>
        </p:spPr>
        <p:txBody>
          <a:bodyPr/>
          <a:lstStyle>
            <a:lvl1pPr marL="0" indent="0">
              <a:buNone/>
              <a:defRPr sz="6236">
                <a:solidFill>
                  <a:schemeClr val="tx1"/>
                </a:solidFill>
              </a:defRPr>
            </a:lvl1pPr>
            <a:lvl2pPr marL="1187988" indent="0">
              <a:buNone/>
              <a:defRPr sz="5197">
                <a:solidFill>
                  <a:schemeClr val="tx1">
                    <a:tint val="75000"/>
                  </a:schemeClr>
                </a:solidFill>
              </a:defRPr>
            </a:lvl2pPr>
            <a:lvl3pPr marL="2375977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3pPr>
            <a:lvl4pPr marL="3563965" indent="0">
              <a:buNone/>
              <a:defRPr sz="4157">
                <a:solidFill>
                  <a:schemeClr val="tx1">
                    <a:tint val="75000"/>
                  </a:schemeClr>
                </a:solidFill>
              </a:defRPr>
            </a:lvl4pPr>
            <a:lvl5pPr marL="4751954" indent="0">
              <a:buNone/>
              <a:defRPr sz="4157">
                <a:solidFill>
                  <a:schemeClr val="tx1">
                    <a:tint val="75000"/>
                  </a:schemeClr>
                </a:solidFill>
              </a:defRPr>
            </a:lvl5pPr>
            <a:lvl6pPr marL="5939942" indent="0">
              <a:buNone/>
              <a:defRPr sz="4157">
                <a:solidFill>
                  <a:schemeClr val="tx1">
                    <a:tint val="75000"/>
                  </a:schemeClr>
                </a:solidFill>
              </a:defRPr>
            </a:lvl6pPr>
            <a:lvl7pPr marL="7127931" indent="0">
              <a:buNone/>
              <a:defRPr sz="4157">
                <a:solidFill>
                  <a:schemeClr val="tx1">
                    <a:tint val="75000"/>
                  </a:schemeClr>
                </a:solidFill>
              </a:defRPr>
            </a:lvl7pPr>
            <a:lvl8pPr marL="8315919" indent="0">
              <a:buNone/>
              <a:defRPr sz="4157">
                <a:solidFill>
                  <a:schemeClr val="tx1">
                    <a:tint val="75000"/>
                  </a:schemeClr>
                </a:solidFill>
              </a:defRPr>
            </a:lvl8pPr>
            <a:lvl9pPr marL="9503908" indent="0">
              <a:buNone/>
              <a:defRPr sz="4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87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3508" y="4791843"/>
            <a:ext cx="10098048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28557" y="4791843"/>
            <a:ext cx="10098048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34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3" y="958373"/>
            <a:ext cx="20493097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605" y="4412664"/>
            <a:ext cx="10051640" cy="2162578"/>
          </a:xfrm>
        </p:spPr>
        <p:txBody>
          <a:bodyPr anchor="b"/>
          <a:lstStyle>
            <a:lvl1pPr marL="0" indent="0">
              <a:buNone/>
              <a:defRPr sz="6236" b="1"/>
            </a:lvl1pPr>
            <a:lvl2pPr marL="1187988" indent="0">
              <a:buNone/>
              <a:defRPr sz="5197" b="1"/>
            </a:lvl2pPr>
            <a:lvl3pPr marL="2375977" indent="0">
              <a:buNone/>
              <a:defRPr sz="4677" b="1"/>
            </a:lvl3pPr>
            <a:lvl4pPr marL="3563965" indent="0">
              <a:buNone/>
              <a:defRPr sz="4157" b="1"/>
            </a:lvl4pPr>
            <a:lvl5pPr marL="4751954" indent="0">
              <a:buNone/>
              <a:defRPr sz="4157" b="1"/>
            </a:lvl5pPr>
            <a:lvl6pPr marL="5939942" indent="0">
              <a:buNone/>
              <a:defRPr sz="4157" b="1"/>
            </a:lvl6pPr>
            <a:lvl7pPr marL="7127931" indent="0">
              <a:buNone/>
              <a:defRPr sz="4157" b="1"/>
            </a:lvl7pPr>
            <a:lvl8pPr marL="8315919" indent="0">
              <a:buNone/>
              <a:defRPr sz="4157" b="1"/>
            </a:lvl8pPr>
            <a:lvl9pPr marL="9503908" indent="0">
              <a:buNone/>
              <a:defRPr sz="415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6605" y="6575242"/>
            <a:ext cx="10051640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28558" y="4412664"/>
            <a:ext cx="10101143" cy="2162578"/>
          </a:xfrm>
        </p:spPr>
        <p:txBody>
          <a:bodyPr anchor="b"/>
          <a:lstStyle>
            <a:lvl1pPr marL="0" indent="0">
              <a:buNone/>
              <a:defRPr sz="6236" b="1"/>
            </a:lvl1pPr>
            <a:lvl2pPr marL="1187988" indent="0">
              <a:buNone/>
              <a:defRPr sz="5197" b="1"/>
            </a:lvl2pPr>
            <a:lvl3pPr marL="2375977" indent="0">
              <a:buNone/>
              <a:defRPr sz="4677" b="1"/>
            </a:lvl3pPr>
            <a:lvl4pPr marL="3563965" indent="0">
              <a:buNone/>
              <a:defRPr sz="4157" b="1"/>
            </a:lvl4pPr>
            <a:lvl5pPr marL="4751954" indent="0">
              <a:buNone/>
              <a:defRPr sz="4157" b="1"/>
            </a:lvl5pPr>
            <a:lvl6pPr marL="5939942" indent="0">
              <a:buNone/>
              <a:defRPr sz="4157" b="1"/>
            </a:lvl6pPr>
            <a:lvl7pPr marL="7127931" indent="0">
              <a:buNone/>
              <a:defRPr sz="4157" b="1"/>
            </a:lvl7pPr>
            <a:lvl8pPr marL="8315919" indent="0">
              <a:buNone/>
              <a:defRPr sz="4157" b="1"/>
            </a:lvl8pPr>
            <a:lvl9pPr marL="9503908" indent="0">
              <a:buNone/>
              <a:defRPr sz="415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28558" y="6575242"/>
            <a:ext cx="10101143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98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13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571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2" y="1200044"/>
            <a:ext cx="7663255" cy="4200155"/>
          </a:xfrm>
        </p:spPr>
        <p:txBody>
          <a:bodyPr anchor="b"/>
          <a:lstStyle>
            <a:lvl1pPr>
              <a:defRPr sz="8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1143" y="2591766"/>
            <a:ext cx="12028557" cy="12792138"/>
          </a:xfrm>
        </p:spPr>
        <p:txBody>
          <a:bodyPr/>
          <a:lstStyle>
            <a:lvl1pPr>
              <a:defRPr sz="8315"/>
            </a:lvl1pPr>
            <a:lvl2pPr>
              <a:defRPr sz="7276"/>
            </a:lvl2pPr>
            <a:lvl3pPr>
              <a:defRPr sz="6236"/>
            </a:lvl3pPr>
            <a:lvl4pPr>
              <a:defRPr sz="5197"/>
            </a:lvl4pPr>
            <a:lvl5pPr>
              <a:defRPr sz="5197"/>
            </a:lvl5pPr>
            <a:lvl6pPr>
              <a:defRPr sz="5197"/>
            </a:lvl6pPr>
            <a:lvl7pPr>
              <a:defRPr sz="5197"/>
            </a:lvl7pPr>
            <a:lvl8pPr>
              <a:defRPr sz="5197"/>
            </a:lvl8pPr>
            <a:lvl9pPr>
              <a:defRPr sz="51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602" y="5400199"/>
            <a:ext cx="7663255" cy="10004536"/>
          </a:xfrm>
        </p:spPr>
        <p:txBody>
          <a:bodyPr/>
          <a:lstStyle>
            <a:lvl1pPr marL="0" indent="0">
              <a:buNone/>
              <a:defRPr sz="4157"/>
            </a:lvl1pPr>
            <a:lvl2pPr marL="1187988" indent="0">
              <a:buNone/>
              <a:defRPr sz="3638"/>
            </a:lvl2pPr>
            <a:lvl3pPr marL="2375977" indent="0">
              <a:buNone/>
              <a:defRPr sz="3118"/>
            </a:lvl3pPr>
            <a:lvl4pPr marL="3563965" indent="0">
              <a:buNone/>
              <a:defRPr sz="2598"/>
            </a:lvl4pPr>
            <a:lvl5pPr marL="4751954" indent="0">
              <a:buNone/>
              <a:defRPr sz="2598"/>
            </a:lvl5pPr>
            <a:lvl6pPr marL="5939942" indent="0">
              <a:buNone/>
              <a:defRPr sz="2598"/>
            </a:lvl6pPr>
            <a:lvl7pPr marL="7127931" indent="0">
              <a:buNone/>
              <a:defRPr sz="2598"/>
            </a:lvl7pPr>
            <a:lvl8pPr marL="8315919" indent="0">
              <a:buNone/>
              <a:defRPr sz="2598"/>
            </a:lvl8pPr>
            <a:lvl9pPr marL="9503908" indent="0">
              <a:buNone/>
              <a:defRPr sz="25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40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2" y="1200044"/>
            <a:ext cx="7663255" cy="4200155"/>
          </a:xfrm>
        </p:spPr>
        <p:txBody>
          <a:bodyPr anchor="b"/>
          <a:lstStyle>
            <a:lvl1pPr>
              <a:defRPr sz="8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01143" y="2591766"/>
            <a:ext cx="12028557" cy="12792138"/>
          </a:xfrm>
        </p:spPr>
        <p:txBody>
          <a:bodyPr anchor="t"/>
          <a:lstStyle>
            <a:lvl1pPr marL="0" indent="0">
              <a:buNone/>
              <a:defRPr sz="8315"/>
            </a:lvl1pPr>
            <a:lvl2pPr marL="1187988" indent="0">
              <a:buNone/>
              <a:defRPr sz="7276"/>
            </a:lvl2pPr>
            <a:lvl3pPr marL="2375977" indent="0">
              <a:buNone/>
              <a:defRPr sz="6236"/>
            </a:lvl3pPr>
            <a:lvl4pPr marL="3563965" indent="0">
              <a:buNone/>
              <a:defRPr sz="5197"/>
            </a:lvl4pPr>
            <a:lvl5pPr marL="4751954" indent="0">
              <a:buNone/>
              <a:defRPr sz="5197"/>
            </a:lvl5pPr>
            <a:lvl6pPr marL="5939942" indent="0">
              <a:buNone/>
              <a:defRPr sz="5197"/>
            </a:lvl6pPr>
            <a:lvl7pPr marL="7127931" indent="0">
              <a:buNone/>
              <a:defRPr sz="5197"/>
            </a:lvl7pPr>
            <a:lvl8pPr marL="8315919" indent="0">
              <a:buNone/>
              <a:defRPr sz="5197"/>
            </a:lvl8pPr>
            <a:lvl9pPr marL="9503908" indent="0">
              <a:buNone/>
              <a:defRPr sz="519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602" y="5400199"/>
            <a:ext cx="7663255" cy="10004536"/>
          </a:xfrm>
        </p:spPr>
        <p:txBody>
          <a:bodyPr/>
          <a:lstStyle>
            <a:lvl1pPr marL="0" indent="0">
              <a:buNone/>
              <a:defRPr sz="4157"/>
            </a:lvl1pPr>
            <a:lvl2pPr marL="1187988" indent="0">
              <a:buNone/>
              <a:defRPr sz="3638"/>
            </a:lvl2pPr>
            <a:lvl3pPr marL="2375977" indent="0">
              <a:buNone/>
              <a:defRPr sz="3118"/>
            </a:lvl3pPr>
            <a:lvl4pPr marL="3563965" indent="0">
              <a:buNone/>
              <a:defRPr sz="2598"/>
            </a:lvl4pPr>
            <a:lvl5pPr marL="4751954" indent="0">
              <a:buNone/>
              <a:defRPr sz="2598"/>
            </a:lvl5pPr>
            <a:lvl6pPr marL="5939942" indent="0">
              <a:buNone/>
              <a:defRPr sz="2598"/>
            </a:lvl6pPr>
            <a:lvl7pPr marL="7127931" indent="0">
              <a:buNone/>
              <a:defRPr sz="2598"/>
            </a:lvl7pPr>
            <a:lvl8pPr marL="8315919" indent="0">
              <a:buNone/>
              <a:defRPr sz="2598"/>
            </a:lvl8pPr>
            <a:lvl9pPr marL="9503908" indent="0">
              <a:buNone/>
              <a:defRPr sz="25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955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76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03332" y="958369"/>
            <a:ext cx="5123274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3509" y="958369"/>
            <a:ext cx="15072822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43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3508" y="958373"/>
            <a:ext cx="20493097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3508" y="4791843"/>
            <a:ext cx="20493097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33508" y="16683952"/>
            <a:ext cx="5346025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58E3D-4FB0-43EE-832D-2275ACAC2047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0538" y="16683952"/>
            <a:ext cx="8019038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780580" y="16683952"/>
            <a:ext cx="5346025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1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7B8C7-E956-49CC-9609-167B51A801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57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375977" rtl="0" eaLnBrk="1" latinLnBrk="0" hangingPunct="1">
        <a:lnSpc>
          <a:spcPct val="90000"/>
        </a:lnSpc>
        <a:spcBef>
          <a:spcPct val="0"/>
        </a:spcBef>
        <a:buNone/>
        <a:defRPr sz="114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93994" indent="-593994" algn="l" defTabSz="2375977" rtl="0" eaLnBrk="1" latinLnBrk="0" hangingPunct="1">
        <a:lnSpc>
          <a:spcPct val="90000"/>
        </a:lnSpc>
        <a:spcBef>
          <a:spcPts val="2598"/>
        </a:spcBef>
        <a:buFont typeface="Arial" panose="020B0604020202020204" pitchFamily="34" charset="0"/>
        <a:buChar char="•"/>
        <a:defRPr sz="7276" kern="1200">
          <a:solidFill>
            <a:schemeClr val="tx1"/>
          </a:solidFill>
          <a:latin typeface="+mn-lt"/>
          <a:ea typeface="+mn-ea"/>
          <a:cs typeface="+mn-cs"/>
        </a:defRPr>
      </a:lvl1pPr>
      <a:lvl2pPr marL="1781983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2pPr>
      <a:lvl3pPr marL="2969971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5197" kern="1200">
          <a:solidFill>
            <a:schemeClr val="tx1"/>
          </a:solidFill>
          <a:latin typeface="+mn-lt"/>
          <a:ea typeface="+mn-ea"/>
          <a:cs typeface="+mn-cs"/>
        </a:defRPr>
      </a:lvl3pPr>
      <a:lvl4pPr marL="4157960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4pPr>
      <a:lvl5pPr marL="5345948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5pPr>
      <a:lvl6pPr marL="6533937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6pPr>
      <a:lvl7pPr marL="7721925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7pPr>
      <a:lvl8pPr marL="8909914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8pPr>
      <a:lvl9pPr marL="10097902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1pPr>
      <a:lvl2pPr marL="1187988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2pPr>
      <a:lvl3pPr marL="2375977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563965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4pPr>
      <a:lvl5pPr marL="4751954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5pPr>
      <a:lvl6pPr marL="5939942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6pPr>
      <a:lvl7pPr marL="7127931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7pPr>
      <a:lvl8pPr marL="8315919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8pPr>
      <a:lvl9pPr marL="9503908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svg"/><Relationship Id="rId18" Type="http://schemas.openxmlformats.org/officeDocument/2006/relationships/image" Target="../media/image26.png"/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10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sv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28.svg"/><Relationship Id="rId9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形 80">
            <a:extLst>
              <a:ext uri="{FF2B5EF4-FFF2-40B4-BE49-F238E27FC236}">
                <a16:creationId xmlns:a16="http://schemas.microsoft.com/office/drawing/2014/main" id="{3CA205DF-AB85-3601-7D0F-C0E4A6D08B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663" y="12002821"/>
            <a:ext cx="6063787" cy="5400000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F8BDDB15-F8AC-649E-3EA1-881F8F1E6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9276" y="5408173"/>
            <a:ext cx="8280000" cy="56925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98B08B0-9533-CB04-FFBF-4377DEF6F178}"/>
              </a:ext>
            </a:extLst>
          </p:cNvPr>
          <p:cNvSpPr txBox="1"/>
          <p:nvPr/>
        </p:nvSpPr>
        <p:spPr>
          <a:xfrm>
            <a:off x="70979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E9B347-08D2-8170-897A-AE9004CC4B25}"/>
              </a:ext>
            </a:extLst>
          </p:cNvPr>
          <p:cNvSpPr txBox="1"/>
          <p:nvPr/>
        </p:nvSpPr>
        <p:spPr>
          <a:xfrm>
            <a:off x="6312450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2B357C0-0929-8F48-DB48-01088B972A41}"/>
              </a:ext>
            </a:extLst>
          </p:cNvPr>
          <p:cNvSpPr txBox="1"/>
          <p:nvPr/>
        </p:nvSpPr>
        <p:spPr>
          <a:xfrm>
            <a:off x="47367" y="11817258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5070171-FCCF-0B0B-A2B3-E041A3FD269F}"/>
              </a:ext>
            </a:extLst>
          </p:cNvPr>
          <p:cNvSpPr txBox="1"/>
          <p:nvPr/>
        </p:nvSpPr>
        <p:spPr>
          <a:xfrm>
            <a:off x="-12092" y="5268807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1B01E3-8F35-7A70-1557-CB0E0BD51C73}"/>
              </a:ext>
            </a:extLst>
          </p:cNvPr>
          <p:cNvSpPr txBox="1"/>
          <p:nvPr/>
        </p:nvSpPr>
        <p:spPr>
          <a:xfrm>
            <a:off x="11981220" y="1191021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2ADE6C-99D5-47CB-FC82-948A88274C2B}"/>
              </a:ext>
            </a:extLst>
          </p:cNvPr>
          <p:cNvSpPr txBox="1"/>
          <p:nvPr/>
        </p:nvSpPr>
        <p:spPr>
          <a:xfrm>
            <a:off x="10381497" y="5495545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012111-24C5-760E-4502-EA6E2140AAAA}"/>
              </a:ext>
            </a:extLst>
          </p:cNvPr>
          <p:cNvSpPr txBox="1"/>
          <p:nvPr/>
        </p:nvSpPr>
        <p:spPr>
          <a:xfrm>
            <a:off x="17209038" y="549720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EB844EE-21FB-19FD-8CF7-355F25E08316}"/>
              </a:ext>
            </a:extLst>
          </p:cNvPr>
          <p:cNvSpPr txBox="1"/>
          <p:nvPr/>
        </p:nvSpPr>
        <p:spPr>
          <a:xfrm>
            <a:off x="9634761" y="5327734"/>
            <a:ext cx="905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23EF4E4-6CB9-F5C6-6984-1C12424530D2}"/>
              </a:ext>
            </a:extLst>
          </p:cNvPr>
          <p:cNvSpPr txBox="1"/>
          <p:nvPr/>
        </p:nvSpPr>
        <p:spPr>
          <a:xfrm>
            <a:off x="9691160" y="10640414"/>
            <a:ext cx="905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860CDF4-591A-C3CD-14E5-925AB12512F8}"/>
              </a:ext>
            </a:extLst>
          </p:cNvPr>
          <p:cNvSpPr txBox="1"/>
          <p:nvPr/>
        </p:nvSpPr>
        <p:spPr>
          <a:xfrm rot="16200000">
            <a:off x="8776816" y="7999044"/>
            <a:ext cx="2362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 Value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9B634E5-C39C-0AFC-3530-316D2B12879B}"/>
              </a:ext>
            </a:extLst>
          </p:cNvPr>
          <p:cNvSpPr txBox="1"/>
          <p:nvPr/>
        </p:nvSpPr>
        <p:spPr>
          <a:xfrm>
            <a:off x="32400" y="5854577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Sphericity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0E18F82-5DDA-829E-748E-1A8B5DEFD66E}"/>
              </a:ext>
            </a:extLst>
          </p:cNvPr>
          <p:cNvSpPr txBox="1"/>
          <p:nvPr/>
        </p:nvSpPr>
        <p:spPr>
          <a:xfrm>
            <a:off x="32400" y="6320392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Elongation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D1DF647-FEB4-390A-34C3-9B5F686BE383}"/>
              </a:ext>
            </a:extLst>
          </p:cNvPr>
          <p:cNvSpPr txBox="1"/>
          <p:nvPr/>
        </p:nvSpPr>
        <p:spPr>
          <a:xfrm>
            <a:off x="32400" y="6798892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LRHGLE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8C3E1B0-E81B-93CD-8E3A-B18524DBA701}"/>
              </a:ext>
            </a:extLst>
          </p:cNvPr>
          <p:cNvSpPr txBox="1"/>
          <p:nvPr/>
        </p:nvSpPr>
        <p:spPr>
          <a:xfrm>
            <a:off x="32400" y="7244495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 Skewness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BFD1BE0-FFCF-8F75-7841-3496C22B72FE}"/>
              </a:ext>
            </a:extLst>
          </p:cNvPr>
          <p:cNvSpPr txBox="1"/>
          <p:nvPr/>
        </p:nvSpPr>
        <p:spPr>
          <a:xfrm>
            <a:off x="32400" y="7731697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 Median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0045F3D-90A0-4517-1865-AC34D065390B}"/>
              </a:ext>
            </a:extLst>
          </p:cNvPr>
          <p:cNvSpPr txBox="1"/>
          <p:nvPr/>
        </p:nvSpPr>
        <p:spPr>
          <a:xfrm>
            <a:off x="32400" y="8200212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GLCM: Corr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8D70FD9-01CF-32DD-04EC-1E6FFB282A7A}"/>
              </a:ext>
            </a:extLst>
          </p:cNvPr>
          <p:cNvSpPr txBox="1"/>
          <p:nvPr/>
        </p:nvSpPr>
        <p:spPr>
          <a:xfrm>
            <a:off x="32400" y="8643070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TEX(RLM)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87E621F-D3C6-FC8B-7E78-171113A0B932}"/>
              </a:ext>
            </a:extLst>
          </p:cNvPr>
          <p:cNvSpPr txBox="1"/>
          <p:nvPr/>
        </p:nvSpPr>
        <p:spPr>
          <a:xfrm>
            <a:off x="32400" y="9142230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TEX(GLCM)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A042AED-B54A-625F-36C6-A4016EDBE595}"/>
              </a:ext>
            </a:extLst>
          </p:cNvPr>
          <p:cNvSpPr txBox="1"/>
          <p:nvPr/>
        </p:nvSpPr>
        <p:spPr>
          <a:xfrm>
            <a:off x="32400" y="9641390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SRLGLE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09C4C12-49F6-A506-D434-A5C6726D700B}"/>
              </a:ext>
            </a:extLst>
          </p:cNvPr>
          <p:cNvSpPr txBox="1"/>
          <p:nvPr/>
        </p:nvSpPr>
        <p:spPr>
          <a:xfrm>
            <a:off x="32400" y="10116301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 10th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pctl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CBFC653-7469-BEF8-41B9-FBA8B5A0E776}"/>
              </a:ext>
            </a:extLst>
          </p:cNvPr>
          <p:cNvSpPr txBox="1"/>
          <p:nvPr/>
        </p:nvSpPr>
        <p:spPr>
          <a:xfrm>
            <a:off x="2742133" y="10856168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7D0902C-E67F-773D-1F54-AC3B7C79DAC2}"/>
              </a:ext>
            </a:extLst>
          </p:cNvPr>
          <p:cNvSpPr txBox="1"/>
          <p:nvPr/>
        </p:nvSpPr>
        <p:spPr>
          <a:xfrm>
            <a:off x="3776063" y="10847828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169E82E-4D26-8137-DABB-A316BBFD5103}"/>
              </a:ext>
            </a:extLst>
          </p:cNvPr>
          <p:cNvSpPr txBox="1"/>
          <p:nvPr/>
        </p:nvSpPr>
        <p:spPr>
          <a:xfrm>
            <a:off x="4827932" y="10847828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5B46B69-89CE-F32D-A4C1-6BADCA5406FB}"/>
              </a:ext>
            </a:extLst>
          </p:cNvPr>
          <p:cNvSpPr txBox="1"/>
          <p:nvPr/>
        </p:nvSpPr>
        <p:spPr>
          <a:xfrm>
            <a:off x="5861862" y="10847828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560CBF1-5912-64CD-7025-CB3EB497F777}"/>
              </a:ext>
            </a:extLst>
          </p:cNvPr>
          <p:cNvSpPr txBox="1"/>
          <p:nvPr/>
        </p:nvSpPr>
        <p:spPr>
          <a:xfrm>
            <a:off x="6907606" y="10858604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525F789-B9CB-16C4-5B5A-7412CCFD5039}"/>
              </a:ext>
            </a:extLst>
          </p:cNvPr>
          <p:cNvSpPr txBox="1"/>
          <p:nvPr/>
        </p:nvSpPr>
        <p:spPr>
          <a:xfrm>
            <a:off x="7947661" y="10848752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A3820FE-8BD4-66FE-8609-C324D2A3AE8E}"/>
              </a:ext>
            </a:extLst>
          </p:cNvPr>
          <p:cNvSpPr txBox="1"/>
          <p:nvPr/>
        </p:nvSpPr>
        <p:spPr>
          <a:xfrm>
            <a:off x="8987716" y="10848752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3B83F2A-FADB-F07A-7106-FC4EFC588DB3}"/>
              </a:ext>
            </a:extLst>
          </p:cNvPr>
          <p:cNvSpPr txBox="1"/>
          <p:nvPr/>
        </p:nvSpPr>
        <p:spPr>
          <a:xfrm>
            <a:off x="4094887" y="10849546"/>
            <a:ext cx="201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4000120-4E87-5ABF-1D86-0B3F15B471A1}"/>
              </a:ext>
            </a:extLst>
          </p:cNvPr>
          <p:cNvSpPr txBox="1"/>
          <p:nvPr/>
        </p:nvSpPr>
        <p:spPr>
          <a:xfrm>
            <a:off x="2710697" y="11163736"/>
            <a:ext cx="6734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malignant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DFF62D1-29B2-70C5-35A0-6AEF96D0804A}"/>
              </a:ext>
            </a:extLst>
          </p:cNvPr>
          <p:cNvSpPr txBox="1"/>
          <p:nvPr/>
        </p:nvSpPr>
        <p:spPr>
          <a:xfrm>
            <a:off x="3622170" y="13162870"/>
            <a:ext cx="324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Sphericity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57140C7-3AB7-DACE-1D77-71CFADEC00CB}"/>
              </a:ext>
            </a:extLst>
          </p:cNvPr>
          <p:cNvSpPr txBox="1"/>
          <p:nvPr/>
        </p:nvSpPr>
        <p:spPr>
          <a:xfrm>
            <a:off x="3621600" y="14023053"/>
            <a:ext cx="324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GLCM: Corr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28ADE6C-E2AB-A89C-1233-568CC0FBCB09}"/>
              </a:ext>
            </a:extLst>
          </p:cNvPr>
          <p:cNvSpPr txBox="1"/>
          <p:nvPr/>
        </p:nvSpPr>
        <p:spPr>
          <a:xfrm>
            <a:off x="3621600" y="14844672"/>
            <a:ext cx="324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Elongation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E79996EF-785E-EA92-3967-1DE43B5DA3FF}"/>
              </a:ext>
            </a:extLst>
          </p:cNvPr>
          <p:cNvSpPr txBox="1"/>
          <p:nvPr/>
        </p:nvSpPr>
        <p:spPr>
          <a:xfrm>
            <a:off x="3621600" y="15690062"/>
            <a:ext cx="324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LRHGLE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3580AB7-7999-60C9-55A5-336BC2090E49}"/>
              </a:ext>
            </a:extLst>
          </p:cNvPr>
          <p:cNvSpPr txBox="1"/>
          <p:nvPr/>
        </p:nvSpPr>
        <p:spPr>
          <a:xfrm>
            <a:off x="3621600" y="16543599"/>
            <a:ext cx="3240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Perim/Area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92195CF-41E7-615C-662F-1ACDAAFE4AD6}"/>
              </a:ext>
            </a:extLst>
          </p:cNvPr>
          <p:cNvSpPr txBox="1"/>
          <p:nvPr/>
        </p:nvSpPr>
        <p:spPr>
          <a:xfrm>
            <a:off x="790979" y="17245971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25A82E0-E80A-D71B-6F47-69E4F847D0B5}"/>
              </a:ext>
            </a:extLst>
          </p:cNvPr>
          <p:cNvSpPr txBox="1"/>
          <p:nvPr/>
        </p:nvSpPr>
        <p:spPr>
          <a:xfrm>
            <a:off x="2062312" y="17245971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71F6C51-D8D2-F795-5828-6735272FC611}"/>
              </a:ext>
            </a:extLst>
          </p:cNvPr>
          <p:cNvSpPr txBox="1"/>
          <p:nvPr/>
        </p:nvSpPr>
        <p:spPr>
          <a:xfrm>
            <a:off x="3370556" y="17245971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556F9CA-E5B7-98B3-6EAF-AF6C2C7EA168}"/>
              </a:ext>
            </a:extLst>
          </p:cNvPr>
          <p:cNvSpPr txBox="1"/>
          <p:nvPr/>
        </p:nvSpPr>
        <p:spPr>
          <a:xfrm>
            <a:off x="4678800" y="17245971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E5199EF3-67F2-8FE8-2525-B1F923BEDAED}"/>
              </a:ext>
            </a:extLst>
          </p:cNvPr>
          <p:cNvSpPr txBox="1"/>
          <p:nvPr/>
        </p:nvSpPr>
        <p:spPr>
          <a:xfrm>
            <a:off x="5928896" y="17245971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4FA011C-D481-1448-1BEE-03F62E53F8E6}"/>
              </a:ext>
            </a:extLst>
          </p:cNvPr>
          <p:cNvSpPr txBox="1"/>
          <p:nvPr/>
        </p:nvSpPr>
        <p:spPr>
          <a:xfrm>
            <a:off x="1111170" y="12044784"/>
            <a:ext cx="1744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435D0FD1-292E-4992-A872-E5C32B5F0817}"/>
              </a:ext>
            </a:extLst>
          </p:cNvPr>
          <p:cNvSpPr txBox="1"/>
          <p:nvPr/>
        </p:nvSpPr>
        <p:spPr>
          <a:xfrm>
            <a:off x="3935792" y="12026860"/>
            <a:ext cx="1745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E6C4E305-C53A-CEBE-B9A4-5083F575430C}"/>
              </a:ext>
            </a:extLst>
          </p:cNvPr>
          <p:cNvSpPr txBox="1"/>
          <p:nvPr/>
        </p:nvSpPr>
        <p:spPr>
          <a:xfrm>
            <a:off x="109963" y="17538998"/>
            <a:ext cx="6752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malignant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86DD1A9-E583-EDDF-E406-EBC9B17EE459}"/>
              </a:ext>
            </a:extLst>
          </p:cNvPr>
          <p:cNvSpPr/>
          <p:nvPr/>
        </p:nvSpPr>
        <p:spPr>
          <a:xfrm>
            <a:off x="13248695" y="12767240"/>
            <a:ext cx="3322787" cy="3405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F6442159-6A32-9456-8386-4D1C87F51E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54869" y="11923754"/>
            <a:ext cx="5212618" cy="5400000"/>
          </a:xfrm>
          <a:prstGeom prst="rect">
            <a:avLst/>
          </a:prstGeom>
        </p:spPr>
      </p:pic>
      <p:sp>
        <p:nvSpPr>
          <p:cNvPr id="97" name="文本框 96">
            <a:extLst>
              <a:ext uri="{FF2B5EF4-FFF2-40B4-BE49-F238E27FC236}">
                <a16:creationId xmlns:a16="http://schemas.microsoft.com/office/drawing/2014/main" id="{B9EAB0A2-43A5-A485-6B6F-7DA4D9546EB8}"/>
              </a:ext>
            </a:extLst>
          </p:cNvPr>
          <p:cNvSpPr txBox="1"/>
          <p:nvPr/>
        </p:nvSpPr>
        <p:spPr>
          <a:xfrm>
            <a:off x="12299020" y="13255792"/>
            <a:ext cx="3050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Elongation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FD1D7F8-606B-708D-61ED-2688A27999EF}"/>
              </a:ext>
            </a:extLst>
          </p:cNvPr>
          <p:cNvSpPr txBox="1"/>
          <p:nvPr/>
        </p:nvSpPr>
        <p:spPr>
          <a:xfrm>
            <a:off x="15390612" y="14065889"/>
            <a:ext cx="246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RLNU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3530B75C-3AC1-2405-2DCF-63CF7C1A46E3}"/>
              </a:ext>
            </a:extLst>
          </p:cNvPr>
          <p:cNvSpPr txBox="1"/>
          <p:nvPr/>
        </p:nvSpPr>
        <p:spPr>
          <a:xfrm>
            <a:off x="12311667" y="14861438"/>
            <a:ext cx="3032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Sphericity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02D97F5-9EA2-B526-17FC-79E865A55544}"/>
              </a:ext>
            </a:extLst>
          </p:cNvPr>
          <p:cNvSpPr txBox="1"/>
          <p:nvPr/>
        </p:nvSpPr>
        <p:spPr>
          <a:xfrm>
            <a:off x="15390000" y="15761047"/>
            <a:ext cx="3067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TEX(RLM): RLNUN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69C2D26B-B2F0-DF17-035D-E555CD5317C5}"/>
              </a:ext>
            </a:extLst>
          </p:cNvPr>
          <p:cNvSpPr txBox="1"/>
          <p:nvPr/>
        </p:nvSpPr>
        <p:spPr>
          <a:xfrm>
            <a:off x="15390000" y="16477300"/>
            <a:ext cx="2832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SRLGLE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C476FDE-077F-2E64-4EA4-E45ED06910D1}"/>
              </a:ext>
            </a:extLst>
          </p:cNvPr>
          <p:cNvSpPr txBox="1"/>
          <p:nvPr/>
        </p:nvSpPr>
        <p:spPr>
          <a:xfrm>
            <a:off x="12528695" y="17143200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-0.4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E8BD9A29-2825-91A4-F058-93D4F6CC1F94}"/>
              </a:ext>
            </a:extLst>
          </p:cNvPr>
          <p:cNvSpPr txBox="1"/>
          <p:nvPr/>
        </p:nvSpPr>
        <p:spPr>
          <a:xfrm>
            <a:off x="13747183" y="17143200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-0.2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7D4EAB8-B26B-A01D-B1B9-66498EF17AB9}"/>
              </a:ext>
            </a:extLst>
          </p:cNvPr>
          <p:cNvSpPr txBox="1"/>
          <p:nvPr/>
        </p:nvSpPr>
        <p:spPr>
          <a:xfrm>
            <a:off x="15001178" y="17143200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EBEA1C51-824A-B961-4D26-F404051467EF}"/>
              </a:ext>
            </a:extLst>
          </p:cNvPr>
          <p:cNvSpPr txBox="1"/>
          <p:nvPr/>
        </p:nvSpPr>
        <p:spPr>
          <a:xfrm>
            <a:off x="16206775" y="17143200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A975D0BA-EAEB-F1BA-95F9-D022BF1F1012}"/>
              </a:ext>
            </a:extLst>
          </p:cNvPr>
          <p:cNvSpPr txBox="1"/>
          <p:nvPr/>
        </p:nvSpPr>
        <p:spPr>
          <a:xfrm>
            <a:off x="17471217" y="17143200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89D2BF49-7A58-553E-C36A-F31B6774DEDA}"/>
              </a:ext>
            </a:extLst>
          </p:cNvPr>
          <p:cNvSpPr txBox="1"/>
          <p:nvPr/>
        </p:nvSpPr>
        <p:spPr>
          <a:xfrm>
            <a:off x="11935174" y="17490863"/>
            <a:ext cx="685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malignant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D5A89471-889F-F177-CD39-CFEB961F474C}"/>
              </a:ext>
            </a:extLst>
          </p:cNvPr>
          <p:cNvSpPr txBox="1"/>
          <p:nvPr/>
        </p:nvSpPr>
        <p:spPr>
          <a:xfrm>
            <a:off x="13560397" y="12190491"/>
            <a:ext cx="160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FA0BC142-68C6-8062-7B27-67DA4A8982D6}"/>
              </a:ext>
            </a:extLst>
          </p:cNvPr>
          <p:cNvSpPr txBox="1"/>
          <p:nvPr/>
        </p:nvSpPr>
        <p:spPr>
          <a:xfrm>
            <a:off x="15936398" y="12157156"/>
            <a:ext cx="137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F5F254-8E6E-5CFE-FAE4-1E1296D91D3A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200" y="12247200"/>
            <a:ext cx="5040000" cy="5688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682E7A8-6886-8D55-EFA8-001CA7DFAE8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4400" y="12247200"/>
            <a:ext cx="5040000" cy="5688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730DDFB-E820-1D68-CBC4-A140B7EE617B}"/>
              </a:ext>
            </a:extLst>
          </p:cNvPr>
          <p:cNvSpPr txBox="1"/>
          <p:nvPr/>
        </p:nvSpPr>
        <p:spPr>
          <a:xfrm>
            <a:off x="12229304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027EB1-C5EB-02B9-1AA1-590A60868DED}"/>
              </a:ext>
            </a:extLst>
          </p:cNvPr>
          <p:cNvSpPr txBox="1"/>
          <p:nvPr/>
        </p:nvSpPr>
        <p:spPr>
          <a:xfrm>
            <a:off x="18027281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42117FB-E75F-333A-E780-95D1FE1950AE}"/>
              </a:ext>
            </a:extLst>
          </p:cNvPr>
          <p:cNvSpPr txBox="1"/>
          <p:nvPr/>
        </p:nvSpPr>
        <p:spPr>
          <a:xfrm>
            <a:off x="6809346" y="12260722"/>
            <a:ext cx="1334493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D5B426E-EC19-1D51-C729-E57AE134DA9E}"/>
              </a:ext>
            </a:extLst>
          </p:cNvPr>
          <p:cNvSpPr txBox="1"/>
          <p:nvPr/>
        </p:nvSpPr>
        <p:spPr>
          <a:xfrm>
            <a:off x="18662400" y="12261600"/>
            <a:ext cx="1334493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9E2EBBF4-0688-D250-DAB1-10E0BAD210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9200" y="0"/>
            <a:ext cx="6090332" cy="558000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55FC7209-2F75-B478-E492-7676720884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1200" y="0"/>
            <a:ext cx="6090332" cy="558000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92B30C4B-9A77-F7C6-75D0-B60D0B6E4B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4400" y="5421600"/>
            <a:ext cx="6368755" cy="648000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5B7C03A0-94D7-2829-C1BD-D873B48EDE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9600" y="5421600"/>
            <a:ext cx="6452069" cy="6480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2995766-F66B-3DB3-5C68-67E8251C87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57639" cy="558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F1BF185-3894-73EC-E015-D4E5ACF962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200" y="0"/>
            <a:ext cx="5852195" cy="55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51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FB5D0-BCF6-4F52-72BF-59159E994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圆角矩形 162">
            <a:extLst>
              <a:ext uri="{FF2B5EF4-FFF2-40B4-BE49-F238E27FC236}">
                <a16:creationId xmlns:a16="http://schemas.microsoft.com/office/drawing/2014/main" id="{81C2B803-9ED5-404B-4FF2-E39412E8E432}"/>
              </a:ext>
            </a:extLst>
          </p:cNvPr>
          <p:cNvSpPr/>
          <p:nvPr/>
        </p:nvSpPr>
        <p:spPr>
          <a:xfrm>
            <a:off x="12120001" y="14388343"/>
            <a:ext cx="4377600" cy="1807295"/>
          </a:xfrm>
          <a:prstGeom prst="roundRect">
            <a:avLst/>
          </a:prstGeom>
          <a:solidFill>
            <a:srgbClr val="E6E7E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E4E91DC6-C63E-FE10-BFDC-B3EEF1D8E3DC}"/>
              </a:ext>
            </a:extLst>
          </p:cNvPr>
          <p:cNvSpPr/>
          <p:nvPr/>
        </p:nvSpPr>
        <p:spPr>
          <a:xfrm>
            <a:off x="12120001" y="12001607"/>
            <a:ext cx="4377600" cy="1393200"/>
          </a:xfrm>
          <a:prstGeom prst="roundRect">
            <a:avLst/>
          </a:prstGeom>
          <a:solidFill>
            <a:srgbClr val="E6E7E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0" name="圆角矩形 109">
            <a:extLst>
              <a:ext uri="{FF2B5EF4-FFF2-40B4-BE49-F238E27FC236}">
                <a16:creationId xmlns:a16="http://schemas.microsoft.com/office/drawing/2014/main" id="{E3E649B4-F8F6-84FD-1066-06EA35CBA589}"/>
              </a:ext>
            </a:extLst>
          </p:cNvPr>
          <p:cNvSpPr/>
          <p:nvPr/>
        </p:nvSpPr>
        <p:spPr>
          <a:xfrm>
            <a:off x="7097675" y="16219721"/>
            <a:ext cx="4377563" cy="1149131"/>
          </a:xfrm>
          <a:prstGeom prst="roundRect">
            <a:avLst/>
          </a:prstGeom>
          <a:solidFill>
            <a:srgbClr val="EDEDE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9C61CCAE-EB81-A52C-A4E8-600BC4BAA060}"/>
              </a:ext>
            </a:extLst>
          </p:cNvPr>
          <p:cNvSpPr/>
          <p:nvPr/>
        </p:nvSpPr>
        <p:spPr>
          <a:xfrm>
            <a:off x="7118113" y="11780412"/>
            <a:ext cx="4377563" cy="1807295"/>
          </a:xfrm>
          <a:prstGeom prst="roundRect">
            <a:avLst/>
          </a:prstGeom>
          <a:solidFill>
            <a:srgbClr val="E6E7E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5" name="图形 24">
            <a:extLst>
              <a:ext uri="{FF2B5EF4-FFF2-40B4-BE49-F238E27FC236}">
                <a16:creationId xmlns:a16="http://schemas.microsoft.com/office/drawing/2014/main" id="{55A5A18F-F581-B2C8-C72F-03B2B5812E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9276" y="5408173"/>
            <a:ext cx="8280000" cy="56925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0D9B9E7-A548-877F-1FC3-EE048610CB8F}"/>
              </a:ext>
            </a:extLst>
          </p:cNvPr>
          <p:cNvSpPr txBox="1"/>
          <p:nvPr/>
        </p:nvSpPr>
        <p:spPr>
          <a:xfrm>
            <a:off x="70979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24E40E7-DFB0-4D4E-2C18-76F3E7ADA426}"/>
              </a:ext>
            </a:extLst>
          </p:cNvPr>
          <p:cNvSpPr txBox="1"/>
          <p:nvPr/>
        </p:nvSpPr>
        <p:spPr>
          <a:xfrm>
            <a:off x="6312450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E5297C7-9644-D0B3-D468-660812B5436E}"/>
              </a:ext>
            </a:extLst>
          </p:cNvPr>
          <p:cNvSpPr txBox="1"/>
          <p:nvPr/>
        </p:nvSpPr>
        <p:spPr>
          <a:xfrm>
            <a:off x="-12092" y="5268807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795672F-8E47-226B-16A0-0EE19098F000}"/>
              </a:ext>
            </a:extLst>
          </p:cNvPr>
          <p:cNvSpPr txBox="1"/>
          <p:nvPr/>
        </p:nvSpPr>
        <p:spPr>
          <a:xfrm>
            <a:off x="10381497" y="5495545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CCA461-2DD2-1386-C4E1-5E915CC18EA0}"/>
              </a:ext>
            </a:extLst>
          </p:cNvPr>
          <p:cNvSpPr txBox="1"/>
          <p:nvPr/>
        </p:nvSpPr>
        <p:spPr>
          <a:xfrm>
            <a:off x="17209038" y="549720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027F421-2E6F-A161-C10E-AD2B3E8D132E}"/>
              </a:ext>
            </a:extLst>
          </p:cNvPr>
          <p:cNvSpPr txBox="1"/>
          <p:nvPr/>
        </p:nvSpPr>
        <p:spPr>
          <a:xfrm>
            <a:off x="9634761" y="5327734"/>
            <a:ext cx="905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F8C0285-1B2F-296F-D3CA-CB633C0E362D}"/>
              </a:ext>
            </a:extLst>
          </p:cNvPr>
          <p:cNvSpPr txBox="1"/>
          <p:nvPr/>
        </p:nvSpPr>
        <p:spPr>
          <a:xfrm>
            <a:off x="9691160" y="10640414"/>
            <a:ext cx="905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0B5E3E7-8B13-7CB6-46D4-838E195FE8A3}"/>
              </a:ext>
            </a:extLst>
          </p:cNvPr>
          <p:cNvSpPr txBox="1"/>
          <p:nvPr/>
        </p:nvSpPr>
        <p:spPr>
          <a:xfrm rot="16200000">
            <a:off x="8776816" y="7999044"/>
            <a:ext cx="2362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 Value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6AA9F9C-3189-0306-46EF-E42904B2BD2E}"/>
              </a:ext>
            </a:extLst>
          </p:cNvPr>
          <p:cNvSpPr txBox="1"/>
          <p:nvPr/>
        </p:nvSpPr>
        <p:spPr>
          <a:xfrm>
            <a:off x="32400" y="5854577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Sphericity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DB8C335-4188-08EC-BEF6-14568F70A3CD}"/>
              </a:ext>
            </a:extLst>
          </p:cNvPr>
          <p:cNvSpPr txBox="1"/>
          <p:nvPr/>
        </p:nvSpPr>
        <p:spPr>
          <a:xfrm>
            <a:off x="32400" y="6320392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Elongation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E4B0177-3DB1-5405-1DE8-24BB69D4F68D}"/>
              </a:ext>
            </a:extLst>
          </p:cNvPr>
          <p:cNvSpPr txBox="1"/>
          <p:nvPr/>
        </p:nvSpPr>
        <p:spPr>
          <a:xfrm>
            <a:off x="32400" y="6798892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LRHGLE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D8C3311-7DDB-F35C-10C7-6BE90BE064DA}"/>
              </a:ext>
            </a:extLst>
          </p:cNvPr>
          <p:cNvSpPr txBox="1"/>
          <p:nvPr/>
        </p:nvSpPr>
        <p:spPr>
          <a:xfrm>
            <a:off x="32400" y="7244495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 Skewness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5FD0844-323E-DBC3-6F27-36C53AE42BD3}"/>
              </a:ext>
            </a:extLst>
          </p:cNvPr>
          <p:cNvSpPr txBox="1"/>
          <p:nvPr/>
        </p:nvSpPr>
        <p:spPr>
          <a:xfrm>
            <a:off x="32400" y="7731697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 Median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540C97F-DD17-D0E0-6991-1D785377069A}"/>
              </a:ext>
            </a:extLst>
          </p:cNvPr>
          <p:cNvSpPr txBox="1"/>
          <p:nvPr/>
        </p:nvSpPr>
        <p:spPr>
          <a:xfrm>
            <a:off x="32400" y="8200212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GLCM: Corr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B02633F-B45B-4607-14AC-F9F773B8C33D}"/>
              </a:ext>
            </a:extLst>
          </p:cNvPr>
          <p:cNvSpPr txBox="1"/>
          <p:nvPr/>
        </p:nvSpPr>
        <p:spPr>
          <a:xfrm>
            <a:off x="32400" y="8643070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TEX(RLM)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D4ABB70-AF34-FF16-27C9-7562D41C2739}"/>
              </a:ext>
            </a:extLst>
          </p:cNvPr>
          <p:cNvSpPr txBox="1"/>
          <p:nvPr/>
        </p:nvSpPr>
        <p:spPr>
          <a:xfrm>
            <a:off x="32400" y="9142230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TEX(GLCM)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CB6742A-244A-9834-8EA0-9A1CB14FCCF6}"/>
              </a:ext>
            </a:extLst>
          </p:cNvPr>
          <p:cNvSpPr txBox="1"/>
          <p:nvPr/>
        </p:nvSpPr>
        <p:spPr>
          <a:xfrm>
            <a:off x="32400" y="9641390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SRLGLE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96D4503-83E9-7E73-B732-0F52D80373EA}"/>
              </a:ext>
            </a:extLst>
          </p:cNvPr>
          <p:cNvSpPr txBox="1"/>
          <p:nvPr/>
        </p:nvSpPr>
        <p:spPr>
          <a:xfrm>
            <a:off x="32400" y="10116301"/>
            <a:ext cx="28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 10th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pctl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628B9F4-8B4F-9B20-148F-752D7B5A029F}"/>
              </a:ext>
            </a:extLst>
          </p:cNvPr>
          <p:cNvSpPr txBox="1"/>
          <p:nvPr/>
        </p:nvSpPr>
        <p:spPr>
          <a:xfrm>
            <a:off x="2742133" y="10856168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9633180-2871-3097-6314-AB1FDBF798BB}"/>
              </a:ext>
            </a:extLst>
          </p:cNvPr>
          <p:cNvSpPr txBox="1"/>
          <p:nvPr/>
        </p:nvSpPr>
        <p:spPr>
          <a:xfrm>
            <a:off x="3776063" y="10847828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3980E88-85A5-8425-07B8-8B55BF3B217F}"/>
              </a:ext>
            </a:extLst>
          </p:cNvPr>
          <p:cNvSpPr txBox="1"/>
          <p:nvPr/>
        </p:nvSpPr>
        <p:spPr>
          <a:xfrm>
            <a:off x="4827932" y="10847828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CE17323-4768-C6A7-E533-9B47337D03FC}"/>
              </a:ext>
            </a:extLst>
          </p:cNvPr>
          <p:cNvSpPr txBox="1"/>
          <p:nvPr/>
        </p:nvSpPr>
        <p:spPr>
          <a:xfrm>
            <a:off x="5861862" y="10847828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A90029F-4FA8-05DA-CD89-0959D0B333A9}"/>
              </a:ext>
            </a:extLst>
          </p:cNvPr>
          <p:cNvSpPr txBox="1"/>
          <p:nvPr/>
        </p:nvSpPr>
        <p:spPr>
          <a:xfrm>
            <a:off x="6907606" y="10858604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F663A9C-C0B5-F251-254D-7F0A192C9C2C}"/>
              </a:ext>
            </a:extLst>
          </p:cNvPr>
          <p:cNvSpPr txBox="1"/>
          <p:nvPr/>
        </p:nvSpPr>
        <p:spPr>
          <a:xfrm>
            <a:off x="7947661" y="10848752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6CEBF88-3DD9-172B-0466-DB7C0C99286D}"/>
              </a:ext>
            </a:extLst>
          </p:cNvPr>
          <p:cNvSpPr txBox="1"/>
          <p:nvPr/>
        </p:nvSpPr>
        <p:spPr>
          <a:xfrm>
            <a:off x="8987716" y="10848752"/>
            <a:ext cx="432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DD41072-8C37-A015-994C-D0F5A3A4A9C0}"/>
              </a:ext>
            </a:extLst>
          </p:cNvPr>
          <p:cNvSpPr txBox="1"/>
          <p:nvPr/>
        </p:nvSpPr>
        <p:spPr>
          <a:xfrm>
            <a:off x="4094887" y="10849546"/>
            <a:ext cx="201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6403915-6078-C365-9674-C5AD0F854CCE}"/>
              </a:ext>
            </a:extLst>
          </p:cNvPr>
          <p:cNvSpPr txBox="1"/>
          <p:nvPr/>
        </p:nvSpPr>
        <p:spPr>
          <a:xfrm>
            <a:off x="2710697" y="11163736"/>
            <a:ext cx="6734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malignant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43B220-17EA-00C8-C915-662DFE5C629A}"/>
              </a:ext>
            </a:extLst>
          </p:cNvPr>
          <p:cNvSpPr txBox="1"/>
          <p:nvPr/>
        </p:nvSpPr>
        <p:spPr>
          <a:xfrm>
            <a:off x="12229304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5F8510-18E8-2A82-B661-EC031877E099}"/>
              </a:ext>
            </a:extLst>
          </p:cNvPr>
          <p:cNvSpPr txBox="1"/>
          <p:nvPr/>
        </p:nvSpPr>
        <p:spPr>
          <a:xfrm>
            <a:off x="18027281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: 圆角 89">
            <a:extLst>
              <a:ext uri="{FF2B5EF4-FFF2-40B4-BE49-F238E27FC236}">
                <a16:creationId xmlns:a16="http://schemas.microsoft.com/office/drawing/2014/main" id="{E02CA3DB-CF55-21D0-4152-FA4DB448352B}"/>
              </a:ext>
            </a:extLst>
          </p:cNvPr>
          <p:cNvSpPr/>
          <p:nvPr/>
        </p:nvSpPr>
        <p:spPr>
          <a:xfrm>
            <a:off x="841262" y="14372958"/>
            <a:ext cx="5424255" cy="1382320"/>
          </a:xfrm>
          <a:prstGeom prst="roundRect">
            <a:avLst/>
          </a:prstGeom>
          <a:solidFill>
            <a:srgbClr val="8389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BC3581-4679-A526-7019-9304147071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25" y="14560118"/>
            <a:ext cx="1007999" cy="10079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B2BCFBC-893F-6D23-56D8-905E6673E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060" y="11981031"/>
            <a:ext cx="1767684" cy="1407600"/>
          </a:xfrm>
          <a:prstGeom prst="rect">
            <a:avLst/>
          </a:prstGeom>
        </p:spPr>
      </p:pic>
      <p:sp>
        <p:nvSpPr>
          <p:cNvPr id="11" name="对话气泡: 圆角矩形 87">
            <a:extLst>
              <a:ext uri="{FF2B5EF4-FFF2-40B4-BE49-F238E27FC236}">
                <a16:creationId xmlns:a16="http://schemas.microsoft.com/office/drawing/2014/main" id="{17CE046E-7C26-9497-F852-A4EBCB30552A}"/>
              </a:ext>
            </a:extLst>
          </p:cNvPr>
          <p:cNvSpPr/>
          <p:nvPr/>
        </p:nvSpPr>
        <p:spPr>
          <a:xfrm rot="5400000">
            <a:off x="3682045" y="10804394"/>
            <a:ext cx="1330325" cy="4377563"/>
          </a:xfrm>
          <a:prstGeom prst="wedgeRoundRectCallout">
            <a:avLst>
              <a:gd name="adj1" fmla="val -19800"/>
              <a:gd name="adj2" fmla="val 55144"/>
              <a:gd name="adj3" fmla="val 16667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C92B96-618F-F8EE-3A8C-1689DB30DA30}"/>
              </a:ext>
            </a:extLst>
          </p:cNvPr>
          <p:cNvSpPr txBox="1"/>
          <p:nvPr/>
        </p:nvSpPr>
        <p:spPr>
          <a:xfrm>
            <a:off x="2158428" y="11687951"/>
            <a:ext cx="2879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Human Input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53AAAD-716D-84AC-F156-8266565C7284}"/>
              </a:ext>
            </a:extLst>
          </p:cNvPr>
          <p:cNvSpPr txBox="1"/>
          <p:nvPr/>
        </p:nvSpPr>
        <p:spPr>
          <a:xfrm>
            <a:off x="2181370" y="12503144"/>
            <a:ext cx="443587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Classify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Thyroid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Nodule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endParaRPr lang="zh-CN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直接箭头连接符 88">
            <a:extLst>
              <a:ext uri="{FF2B5EF4-FFF2-40B4-BE49-F238E27FC236}">
                <a16:creationId xmlns:a16="http://schemas.microsoft.com/office/drawing/2014/main" id="{34A190A0-4735-A454-4880-2BA08D4E5330}"/>
              </a:ext>
            </a:extLst>
          </p:cNvPr>
          <p:cNvCxnSpPr>
            <a:cxnSpLocks/>
          </p:cNvCxnSpPr>
          <p:nvPr/>
        </p:nvCxnSpPr>
        <p:spPr>
          <a:xfrm>
            <a:off x="1345318" y="13546413"/>
            <a:ext cx="0" cy="796694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44AA0E37-AC1E-63BC-A669-525AEDAA695C}"/>
              </a:ext>
            </a:extLst>
          </p:cNvPr>
          <p:cNvSpPr txBox="1"/>
          <p:nvPr/>
        </p:nvSpPr>
        <p:spPr>
          <a:xfrm>
            <a:off x="9035343" y="12184202"/>
            <a:ext cx="24398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Nodule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B9755DDE-84B1-83D7-89C6-B892A0D68B81}"/>
              </a:ext>
            </a:extLst>
          </p:cNvPr>
          <p:cNvSpPr/>
          <p:nvPr/>
        </p:nvSpPr>
        <p:spPr>
          <a:xfrm>
            <a:off x="7108980" y="13672597"/>
            <a:ext cx="4377563" cy="2466692"/>
          </a:xfrm>
          <a:prstGeom prst="roundRect">
            <a:avLst/>
          </a:prstGeom>
          <a:solidFill>
            <a:srgbClr val="EDEDEE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8C5806E-E824-54B1-9F98-3C66C910D20D}"/>
              </a:ext>
            </a:extLst>
          </p:cNvPr>
          <p:cNvSpPr txBox="1"/>
          <p:nvPr/>
        </p:nvSpPr>
        <p:spPr>
          <a:xfrm>
            <a:off x="8266033" y="16327098"/>
            <a:ext cx="30601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Prediction: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</a:p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Confidence: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0.86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F95AD152-B0AC-64D8-81A4-6FE4FB7BD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6556" y="14021517"/>
            <a:ext cx="3256874" cy="2117771"/>
          </a:xfrm>
          <a:prstGeom prst="rect">
            <a:avLst/>
          </a:prstGeom>
        </p:spPr>
      </p:pic>
      <p:sp>
        <p:nvSpPr>
          <p:cNvPr id="116" name="文本框 115">
            <a:extLst>
              <a:ext uri="{FF2B5EF4-FFF2-40B4-BE49-F238E27FC236}">
                <a16:creationId xmlns:a16="http://schemas.microsoft.com/office/drawing/2014/main" id="{58910337-A326-3FBD-6A2A-3DA2F3C33DE3}"/>
              </a:ext>
            </a:extLst>
          </p:cNvPr>
          <p:cNvSpPr txBox="1"/>
          <p:nvPr/>
        </p:nvSpPr>
        <p:spPr>
          <a:xfrm>
            <a:off x="7097675" y="13661985"/>
            <a:ext cx="4366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SHAP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左大括号 117">
            <a:extLst>
              <a:ext uri="{FF2B5EF4-FFF2-40B4-BE49-F238E27FC236}">
                <a16:creationId xmlns:a16="http://schemas.microsoft.com/office/drawing/2014/main" id="{AE9AB541-13FC-0695-650A-C076414E1DF9}"/>
              </a:ext>
            </a:extLst>
          </p:cNvPr>
          <p:cNvSpPr/>
          <p:nvPr/>
        </p:nvSpPr>
        <p:spPr>
          <a:xfrm>
            <a:off x="6508680" y="11882114"/>
            <a:ext cx="594588" cy="5486738"/>
          </a:xfrm>
          <a:prstGeom prst="leftBrace">
            <a:avLst>
              <a:gd name="adj1" fmla="val 89750"/>
              <a:gd name="adj2" fmla="val 55956"/>
            </a:avLst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2" name="左大括号 121">
            <a:extLst>
              <a:ext uri="{FF2B5EF4-FFF2-40B4-BE49-F238E27FC236}">
                <a16:creationId xmlns:a16="http://schemas.microsoft.com/office/drawing/2014/main" id="{42DD5CD9-AFB1-8047-D195-51E5140F6437}"/>
              </a:ext>
            </a:extLst>
          </p:cNvPr>
          <p:cNvSpPr/>
          <p:nvPr/>
        </p:nvSpPr>
        <p:spPr>
          <a:xfrm rot="10800000">
            <a:off x="11612963" y="11882114"/>
            <a:ext cx="439960" cy="4257174"/>
          </a:xfrm>
          <a:prstGeom prst="leftBrace">
            <a:avLst>
              <a:gd name="adj1" fmla="val 89750"/>
              <a:gd name="adj2" fmla="val 81557"/>
            </a:avLst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28" name="图片 127">
            <a:extLst>
              <a:ext uri="{FF2B5EF4-FFF2-40B4-BE49-F238E27FC236}">
                <a16:creationId xmlns:a16="http://schemas.microsoft.com/office/drawing/2014/main" id="{40A95C11-070D-0E81-EF27-25E519A180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1196" y="12054059"/>
            <a:ext cx="1069895" cy="1260000"/>
          </a:xfrm>
          <a:prstGeom prst="rect">
            <a:avLst/>
          </a:prstGeom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ADBE6FAF-7392-5ABB-E619-49E5C4B06BC4}"/>
              </a:ext>
            </a:extLst>
          </p:cNvPr>
          <p:cNvSpPr txBox="1"/>
          <p:nvPr/>
        </p:nvSpPr>
        <p:spPr>
          <a:xfrm>
            <a:off x="13331091" y="12002447"/>
            <a:ext cx="2958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Doctor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8C1764D7-B412-5DDF-7C18-10CBCD819451}"/>
              </a:ext>
            </a:extLst>
          </p:cNvPr>
          <p:cNvSpPr txBox="1"/>
          <p:nvPr/>
        </p:nvSpPr>
        <p:spPr>
          <a:xfrm>
            <a:off x="14066298" y="12472062"/>
            <a:ext cx="148783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Reliable</a:t>
            </a:r>
            <a:r>
              <a:rPr kumimoji="1" lang="zh-CN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600" dirty="0">
                <a:latin typeface="Arial" panose="020B0604020202020204" pitchFamily="34" charset="0"/>
                <a:cs typeface="Arial" panose="020B0604020202020204" pitchFamily="34" charset="0"/>
              </a:rPr>
              <a:t>Mask?</a:t>
            </a:r>
            <a:endParaRPr kumimoji="1" lang="zh-CN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1" name="图片 130">
            <a:extLst>
              <a:ext uri="{FF2B5EF4-FFF2-40B4-BE49-F238E27FC236}">
                <a16:creationId xmlns:a16="http://schemas.microsoft.com/office/drawing/2014/main" id="{89D54797-482A-7D1E-4EEF-FCCCAAFF2A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70" y="12222060"/>
            <a:ext cx="1069895" cy="1260000"/>
          </a:xfrm>
          <a:prstGeom prst="rect">
            <a:avLst/>
          </a:prstGeom>
        </p:spPr>
      </p:pic>
      <p:sp>
        <p:nvSpPr>
          <p:cNvPr id="142" name="圆角矩形 141">
            <a:extLst>
              <a:ext uri="{FF2B5EF4-FFF2-40B4-BE49-F238E27FC236}">
                <a16:creationId xmlns:a16="http://schemas.microsoft.com/office/drawing/2014/main" id="{1BE45F45-D7BA-7901-8643-E52E3852520F}"/>
              </a:ext>
            </a:extLst>
          </p:cNvPr>
          <p:cNvSpPr/>
          <p:nvPr/>
        </p:nvSpPr>
        <p:spPr>
          <a:xfrm>
            <a:off x="18140497" y="11947431"/>
            <a:ext cx="3869625" cy="216269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29A36725-B0D7-642D-C12B-EA435B19EE95}"/>
              </a:ext>
            </a:extLst>
          </p:cNvPr>
          <p:cNvSpPr txBox="1"/>
          <p:nvPr/>
        </p:nvSpPr>
        <p:spPr>
          <a:xfrm>
            <a:off x="18919295" y="12006334"/>
            <a:ext cx="29359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Assisted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5" name="图形 144">
            <a:extLst>
              <a:ext uri="{FF2B5EF4-FFF2-40B4-BE49-F238E27FC236}">
                <a16:creationId xmlns:a16="http://schemas.microsoft.com/office/drawing/2014/main" id="{3E32E23E-834F-FF4B-0CDB-9EDA51F3F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377469" y="12132442"/>
            <a:ext cx="827999" cy="827999"/>
          </a:xfrm>
          <a:prstGeom prst="rect">
            <a:avLst/>
          </a:prstGeom>
        </p:spPr>
      </p:pic>
      <p:pic>
        <p:nvPicPr>
          <p:cNvPr id="147" name="图形 146">
            <a:extLst>
              <a:ext uri="{FF2B5EF4-FFF2-40B4-BE49-F238E27FC236}">
                <a16:creationId xmlns:a16="http://schemas.microsoft.com/office/drawing/2014/main" id="{7F045B8C-B44D-C21D-9F26-B35EBA2AAE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23035" y="16390151"/>
            <a:ext cx="827999" cy="827999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66A63579-CB68-8654-FB86-58E69C27E89F}"/>
              </a:ext>
            </a:extLst>
          </p:cNvPr>
          <p:cNvSpPr txBox="1"/>
          <p:nvPr/>
        </p:nvSpPr>
        <p:spPr>
          <a:xfrm>
            <a:off x="18293454" y="13086549"/>
            <a:ext cx="40445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Mask,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SHAP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features,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2" name="图片 161">
            <a:extLst>
              <a:ext uri="{FF2B5EF4-FFF2-40B4-BE49-F238E27FC236}">
                <a16:creationId xmlns:a16="http://schemas.microsoft.com/office/drawing/2014/main" id="{81F0D2A6-A0CF-5EC3-CFD9-6F2BD8020B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78649" y="14605202"/>
            <a:ext cx="2163259" cy="1407600"/>
          </a:xfrm>
          <a:prstGeom prst="rect">
            <a:avLst/>
          </a:prstGeom>
        </p:spPr>
      </p:pic>
      <p:sp>
        <p:nvSpPr>
          <p:cNvPr id="164" name="文本框 163">
            <a:extLst>
              <a:ext uri="{FF2B5EF4-FFF2-40B4-BE49-F238E27FC236}">
                <a16:creationId xmlns:a16="http://schemas.microsoft.com/office/drawing/2014/main" id="{0CF109FE-BD29-CB4B-35A5-64DD7CC3762F}"/>
              </a:ext>
            </a:extLst>
          </p:cNvPr>
          <p:cNvSpPr txBox="1"/>
          <p:nvPr/>
        </p:nvSpPr>
        <p:spPr>
          <a:xfrm>
            <a:off x="14441908" y="14788717"/>
            <a:ext cx="20557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Doctor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box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annotation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矩形: 圆角 89">
            <a:extLst>
              <a:ext uri="{FF2B5EF4-FFF2-40B4-BE49-F238E27FC236}">
                <a16:creationId xmlns:a16="http://schemas.microsoft.com/office/drawing/2014/main" id="{A7B9F40A-68BD-D7EE-6373-4DFBF64ECF3E}"/>
              </a:ext>
            </a:extLst>
          </p:cNvPr>
          <p:cNvSpPr/>
          <p:nvPr/>
        </p:nvSpPr>
        <p:spPr>
          <a:xfrm>
            <a:off x="12112801" y="16950743"/>
            <a:ext cx="4377599" cy="1032484"/>
          </a:xfrm>
          <a:prstGeom prst="roundRect">
            <a:avLst/>
          </a:prstGeom>
          <a:solidFill>
            <a:srgbClr val="8389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DE4AC43F-C638-37D2-E539-ED2B0DB6209D}"/>
              </a:ext>
            </a:extLst>
          </p:cNvPr>
          <p:cNvSpPr txBox="1"/>
          <p:nvPr/>
        </p:nvSpPr>
        <p:spPr>
          <a:xfrm>
            <a:off x="1853170" y="14658345"/>
            <a:ext cx="43086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ThyroidXAgent</a:t>
            </a:r>
            <a:endParaRPr lang="zh-CN" altLang="en-U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06C9C021-E94A-742A-684F-372CE788D554}"/>
              </a:ext>
            </a:extLst>
          </p:cNvPr>
          <p:cNvSpPr txBox="1"/>
          <p:nvPr/>
        </p:nvSpPr>
        <p:spPr>
          <a:xfrm>
            <a:off x="12870836" y="17001643"/>
            <a:ext cx="36823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1" name="图形 170">
            <a:extLst>
              <a:ext uri="{FF2B5EF4-FFF2-40B4-BE49-F238E27FC236}">
                <a16:creationId xmlns:a16="http://schemas.microsoft.com/office/drawing/2014/main" id="{C2B65250-ED56-BABA-4FE4-7FE132B91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96303" y="16961742"/>
            <a:ext cx="900000" cy="900000"/>
          </a:xfrm>
          <a:prstGeom prst="rect">
            <a:avLst/>
          </a:prstGeom>
        </p:spPr>
      </p:pic>
      <p:cxnSp>
        <p:nvCxnSpPr>
          <p:cNvPr id="173" name="肘形连接符 172">
            <a:extLst>
              <a:ext uri="{FF2B5EF4-FFF2-40B4-BE49-F238E27FC236}">
                <a16:creationId xmlns:a16="http://schemas.microsoft.com/office/drawing/2014/main" id="{D6C49BBD-9F69-305E-2969-DD57AE6CB2FC}"/>
              </a:ext>
            </a:extLst>
          </p:cNvPr>
          <p:cNvCxnSpPr>
            <a:cxnSpLocks/>
            <a:stCxn id="165" idx="1"/>
            <a:endCxn id="6" idx="2"/>
          </p:cNvCxnSpPr>
          <p:nvPr/>
        </p:nvCxnSpPr>
        <p:spPr>
          <a:xfrm rot="10800000">
            <a:off x="3553391" y="15755279"/>
            <a:ext cx="8559411" cy="1711707"/>
          </a:xfrm>
          <a:prstGeom prst="bentConnector2">
            <a:avLst/>
          </a:prstGeom>
          <a:ln w="508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88">
            <a:extLst>
              <a:ext uri="{FF2B5EF4-FFF2-40B4-BE49-F238E27FC236}">
                <a16:creationId xmlns:a16="http://schemas.microsoft.com/office/drawing/2014/main" id="{1F24F017-311C-E79A-E887-16F81465C4BE}"/>
              </a:ext>
            </a:extLst>
          </p:cNvPr>
          <p:cNvCxnSpPr>
            <a:cxnSpLocks/>
            <a:stCxn id="124" idx="2"/>
            <a:endCxn id="163" idx="0"/>
          </p:cNvCxnSpPr>
          <p:nvPr/>
        </p:nvCxnSpPr>
        <p:spPr>
          <a:xfrm>
            <a:off x="14308801" y="13394807"/>
            <a:ext cx="0" cy="993536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E40A44F4-D42B-887D-FC79-90C4D6F1B407}"/>
              </a:ext>
            </a:extLst>
          </p:cNvPr>
          <p:cNvSpPr txBox="1"/>
          <p:nvPr/>
        </p:nvSpPr>
        <p:spPr>
          <a:xfrm>
            <a:off x="14066298" y="13542028"/>
            <a:ext cx="108176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kumimoji="1" lang="zh-CN" alt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0" name="直接箭头连接符 88">
            <a:extLst>
              <a:ext uri="{FF2B5EF4-FFF2-40B4-BE49-F238E27FC236}">
                <a16:creationId xmlns:a16="http://schemas.microsoft.com/office/drawing/2014/main" id="{EB67073D-AA69-3B5A-ED78-7385EE33D147}"/>
              </a:ext>
            </a:extLst>
          </p:cNvPr>
          <p:cNvCxnSpPr>
            <a:cxnSpLocks/>
            <a:stCxn id="163" idx="2"/>
            <a:endCxn id="165" idx="0"/>
          </p:cNvCxnSpPr>
          <p:nvPr/>
        </p:nvCxnSpPr>
        <p:spPr>
          <a:xfrm flipH="1">
            <a:off x="14301601" y="16195638"/>
            <a:ext cx="7200" cy="755105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线箭头连接符 202">
            <a:extLst>
              <a:ext uri="{FF2B5EF4-FFF2-40B4-BE49-F238E27FC236}">
                <a16:creationId xmlns:a16="http://schemas.microsoft.com/office/drawing/2014/main" id="{C6096847-F336-3BB9-26E1-953C80733737}"/>
              </a:ext>
            </a:extLst>
          </p:cNvPr>
          <p:cNvCxnSpPr>
            <a:cxnSpLocks/>
            <a:stCxn id="124" idx="3"/>
          </p:cNvCxnSpPr>
          <p:nvPr/>
        </p:nvCxnSpPr>
        <p:spPr>
          <a:xfrm>
            <a:off x="16497601" y="12698207"/>
            <a:ext cx="1526400" cy="0"/>
          </a:xfrm>
          <a:prstGeom prst="straightConnector1">
            <a:avLst/>
          </a:prstGeom>
          <a:ln w="508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4631A7C6-4283-9FC6-923E-F4DF6DEFB834}"/>
              </a:ext>
            </a:extLst>
          </p:cNvPr>
          <p:cNvSpPr txBox="1"/>
          <p:nvPr/>
        </p:nvSpPr>
        <p:spPr>
          <a:xfrm>
            <a:off x="16795353" y="12509742"/>
            <a:ext cx="7200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kumimoji="1" lang="zh-CN" altLang="en-US" sz="2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圆角矩形 207">
            <a:extLst>
              <a:ext uri="{FF2B5EF4-FFF2-40B4-BE49-F238E27FC236}">
                <a16:creationId xmlns:a16="http://schemas.microsoft.com/office/drawing/2014/main" id="{77BF098C-9970-E0A8-0EAE-85753BE74510}"/>
              </a:ext>
            </a:extLst>
          </p:cNvPr>
          <p:cNvSpPr/>
          <p:nvPr/>
        </p:nvSpPr>
        <p:spPr>
          <a:xfrm>
            <a:off x="16972981" y="15161425"/>
            <a:ext cx="6192000" cy="239829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209" name="直接箭头连接符 88">
            <a:extLst>
              <a:ext uri="{FF2B5EF4-FFF2-40B4-BE49-F238E27FC236}">
                <a16:creationId xmlns:a16="http://schemas.microsoft.com/office/drawing/2014/main" id="{6CE86666-8A77-3E50-1D89-00C2A532A29D}"/>
              </a:ext>
            </a:extLst>
          </p:cNvPr>
          <p:cNvCxnSpPr>
            <a:cxnSpLocks/>
            <a:stCxn id="142" idx="2"/>
            <a:endCxn id="208" idx="0"/>
          </p:cNvCxnSpPr>
          <p:nvPr/>
        </p:nvCxnSpPr>
        <p:spPr>
          <a:xfrm flipH="1">
            <a:off x="20068981" y="14110124"/>
            <a:ext cx="6329" cy="1051301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" name="图片 215">
            <a:extLst>
              <a:ext uri="{FF2B5EF4-FFF2-40B4-BE49-F238E27FC236}">
                <a16:creationId xmlns:a16="http://schemas.microsoft.com/office/drawing/2014/main" id="{B6480899-2F2B-9A49-90A9-35883EF9800E}"/>
              </a:ext>
            </a:extLst>
          </p:cNvPr>
          <p:cNvPicPr>
            <a:picLocks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3" t="14166" r="8998" b="17860"/>
          <a:stretch>
            <a:fillRect/>
          </a:stretch>
        </p:blipFill>
        <p:spPr>
          <a:xfrm>
            <a:off x="18247454" y="15404400"/>
            <a:ext cx="900000" cy="900000"/>
          </a:xfrm>
          <a:prstGeom prst="rect">
            <a:avLst/>
          </a:prstGeom>
        </p:spPr>
      </p:pic>
      <p:pic>
        <p:nvPicPr>
          <p:cNvPr id="219" name="图形 218">
            <a:extLst>
              <a:ext uri="{FF2B5EF4-FFF2-40B4-BE49-F238E27FC236}">
                <a16:creationId xmlns:a16="http://schemas.microsoft.com/office/drawing/2014/main" id="{84DE5272-0878-00DC-1312-5515770A6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039094" y="16283177"/>
            <a:ext cx="1152000" cy="1152000"/>
          </a:xfrm>
          <a:prstGeom prst="rect">
            <a:avLst/>
          </a:prstGeom>
        </p:spPr>
      </p:pic>
      <p:pic>
        <p:nvPicPr>
          <p:cNvPr id="222" name="图形 221">
            <a:extLst>
              <a:ext uri="{FF2B5EF4-FFF2-40B4-BE49-F238E27FC236}">
                <a16:creationId xmlns:a16="http://schemas.microsoft.com/office/drawing/2014/main" id="{FC7F58A7-0DA5-396B-A6E1-3E95F8C724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146226" y="15404400"/>
            <a:ext cx="900000" cy="900000"/>
          </a:xfrm>
          <a:prstGeom prst="rect">
            <a:avLst/>
          </a:prstGeom>
        </p:spPr>
      </p:pic>
      <p:pic>
        <p:nvPicPr>
          <p:cNvPr id="224" name="图片 223">
            <a:extLst>
              <a:ext uri="{FF2B5EF4-FFF2-40B4-BE49-F238E27FC236}">
                <a16:creationId xmlns:a16="http://schemas.microsoft.com/office/drawing/2014/main" id="{BF6B7E37-82D4-1955-EF1D-11A1D5E1DD19}"/>
              </a:ext>
            </a:extLst>
          </p:cNvPr>
          <p:cNvPicPr>
            <a:picLocks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975" y="16412361"/>
            <a:ext cx="900000" cy="900000"/>
          </a:xfrm>
          <a:prstGeom prst="rect">
            <a:avLst/>
          </a:prstGeom>
        </p:spPr>
      </p:pic>
      <p:sp>
        <p:nvSpPr>
          <p:cNvPr id="226" name="文本框 225">
            <a:extLst>
              <a:ext uri="{FF2B5EF4-FFF2-40B4-BE49-F238E27FC236}">
                <a16:creationId xmlns:a16="http://schemas.microsoft.com/office/drawing/2014/main" id="{033E3ED9-33CC-73A3-1C61-C1D180FEB686}"/>
              </a:ext>
            </a:extLst>
          </p:cNvPr>
          <p:cNvSpPr txBox="1"/>
          <p:nvPr/>
        </p:nvSpPr>
        <p:spPr>
          <a:xfrm>
            <a:off x="19217358" y="15484599"/>
            <a:ext cx="40786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Reliable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updates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SHAP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8E707DD6-ACD1-B8AE-EFCD-2E1B0E975777}"/>
              </a:ext>
            </a:extLst>
          </p:cNvPr>
          <p:cNvSpPr txBox="1"/>
          <p:nvPr/>
        </p:nvSpPr>
        <p:spPr>
          <a:xfrm>
            <a:off x="0" y="11415375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E19FAB-CEAC-608B-E452-5924BE749A7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9200" y="0"/>
            <a:ext cx="6189867" cy="558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D7AA05-7B8A-4828-A962-75EAA9E5881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1200" y="0"/>
            <a:ext cx="6189867" cy="558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C2C6E48-3012-6E74-B867-E0C3530D054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4400" y="5421600"/>
            <a:ext cx="6285322" cy="648000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9D22AA96-F2EC-D8B2-357E-C6B354190FB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9600" y="5421600"/>
            <a:ext cx="6368276" cy="648000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AD836AA3-0529-2562-11BC-84B3B2E0A14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57639" cy="558000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1193F001-2CEB-CEE3-DB33-6AACEB197A0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200" y="0"/>
            <a:ext cx="5852195" cy="55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75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形 71">
            <a:extLst>
              <a:ext uri="{FF2B5EF4-FFF2-40B4-BE49-F238E27FC236}">
                <a16:creationId xmlns:a16="http://schemas.microsoft.com/office/drawing/2014/main" id="{FADB2CF4-38F8-8D57-4CFD-D5C301D496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600" y="6316425"/>
            <a:ext cx="5754918" cy="5688000"/>
          </a:xfrm>
          <a:prstGeom prst="rect">
            <a:avLst/>
          </a:prstGeom>
        </p:spPr>
      </p:pic>
      <p:pic>
        <p:nvPicPr>
          <p:cNvPr id="94" name="图形 93">
            <a:extLst>
              <a:ext uri="{FF2B5EF4-FFF2-40B4-BE49-F238E27FC236}">
                <a16:creationId xmlns:a16="http://schemas.microsoft.com/office/drawing/2014/main" id="{AD09782E-EAEA-D951-5433-102A4014C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5754918" cy="568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CD7555-4DA8-2370-7CB8-53107D1F766D}"/>
              </a:ext>
            </a:extLst>
          </p:cNvPr>
          <p:cNvSpPr txBox="1"/>
          <p:nvPr/>
        </p:nvSpPr>
        <p:spPr>
          <a:xfrm>
            <a:off x="0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FC309C-E610-2AFB-390E-12DCD214DF96}"/>
              </a:ext>
            </a:extLst>
          </p:cNvPr>
          <p:cNvSpPr txBox="1"/>
          <p:nvPr/>
        </p:nvSpPr>
        <p:spPr>
          <a:xfrm>
            <a:off x="2883600" y="1067295"/>
            <a:ext cx="36972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Sphericity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5520C5-7B8A-57F1-02C2-3B1898A9429D}"/>
              </a:ext>
            </a:extLst>
          </p:cNvPr>
          <p:cNvSpPr txBox="1"/>
          <p:nvPr/>
        </p:nvSpPr>
        <p:spPr>
          <a:xfrm>
            <a:off x="2883600" y="1501449"/>
            <a:ext cx="36972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GLCM: Corr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0B4BD0-4D6C-775B-C447-D4BA4778DF72}"/>
              </a:ext>
            </a:extLst>
          </p:cNvPr>
          <p:cNvSpPr txBox="1"/>
          <p:nvPr/>
        </p:nvSpPr>
        <p:spPr>
          <a:xfrm>
            <a:off x="2883600" y="1941216"/>
            <a:ext cx="36972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Elongation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9F6D3D-7BA7-EA1B-1C31-9825BDC4655E}"/>
              </a:ext>
            </a:extLst>
          </p:cNvPr>
          <p:cNvSpPr txBox="1"/>
          <p:nvPr/>
        </p:nvSpPr>
        <p:spPr>
          <a:xfrm>
            <a:off x="2883600" y="2383006"/>
            <a:ext cx="36972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LRHGLE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C76D9BF-E4AB-54D6-B615-65D8D842C59D}"/>
              </a:ext>
            </a:extLst>
          </p:cNvPr>
          <p:cNvSpPr txBox="1"/>
          <p:nvPr/>
        </p:nvSpPr>
        <p:spPr>
          <a:xfrm>
            <a:off x="2883600" y="2789936"/>
            <a:ext cx="36972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Perim/Area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91560E-40AE-7B2D-0E64-E5DEE6E35224}"/>
              </a:ext>
            </a:extLst>
          </p:cNvPr>
          <p:cNvSpPr txBox="1"/>
          <p:nvPr/>
        </p:nvSpPr>
        <p:spPr>
          <a:xfrm>
            <a:off x="45767" y="5301250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4DE9AE-C14B-CFC0-A070-4895FACF2D01}"/>
              </a:ext>
            </a:extLst>
          </p:cNvPr>
          <p:cNvSpPr txBox="1"/>
          <p:nvPr/>
        </p:nvSpPr>
        <p:spPr>
          <a:xfrm>
            <a:off x="1317100" y="5301250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119310-EBFF-0299-1535-7CBFEE591572}"/>
              </a:ext>
            </a:extLst>
          </p:cNvPr>
          <p:cNvSpPr txBox="1"/>
          <p:nvPr/>
        </p:nvSpPr>
        <p:spPr>
          <a:xfrm>
            <a:off x="2625344" y="5301250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6EA233-96D0-932E-23F8-60FCB38D7C60}"/>
              </a:ext>
            </a:extLst>
          </p:cNvPr>
          <p:cNvSpPr txBox="1"/>
          <p:nvPr/>
        </p:nvSpPr>
        <p:spPr>
          <a:xfrm>
            <a:off x="3869793" y="5301250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55A8E3D-8DDD-168C-3F48-BA11A1236E2F}"/>
              </a:ext>
            </a:extLst>
          </p:cNvPr>
          <p:cNvSpPr txBox="1"/>
          <p:nvPr/>
        </p:nvSpPr>
        <p:spPr>
          <a:xfrm>
            <a:off x="5119889" y="5301250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3A940AE-4E35-1152-640E-345E783EA0B1}"/>
              </a:ext>
            </a:extLst>
          </p:cNvPr>
          <p:cNvSpPr txBox="1"/>
          <p:nvPr/>
        </p:nvSpPr>
        <p:spPr>
          <a:xfrm>
            <a:off x="908250" y="118800"/>
            <a:ext cx="1744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62C515-0D55-B27F-A46C-28198B55A5B0}"/>
              </a:ext>
            </a:extLst>
          </p:cNvPr>
          <p:cNvSpPr txBox="1"/>
          <p:nvPr/>
        </p:nvSpPr>
        <p:spPr>
          <a:xfrm>
            <a:off x="3232559" y="118800"/>
            <a:ext cx="1745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C83BE0-4529-A5C9-11C2-195462E86E80}"/>
              </a:ext>
            </a:extLst>
          </p:cNvPr>
          <p:cNvSpPr txBox="1"/>
          <p:nvPr/>
        </p:nvSpPr>
        <p:spPr>
          <a:xfrm>
            <a:off x="37262" y="5652000"/>
            <a:ext cx="6752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malignant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6AD1A02A-2B6B-DBD5-1A96-5A5F92EA7B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75" y="428400"/>
            <a:ext cx="5040000" cy="50400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4DD3D24E-493B-051F-37D9-F89BF6841CC9}"/>
              </a:ext>
            </a:extLst>
          </p:cNvPr>
          <p:cNvSpPr txBox="1"/>
          <p:nvPr/>
        </p:nvSpPr>
        <p:spPr>
          <a:xfrm>
            <a:off x="6277534" y="443464"/>
            <a:ext cx="1334493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图形 42">
            <a:extLst>
              <a:ext uri="{FF2B5EF4-FFF2-40B4-BE49-F238E27FC236}">
                <a16:creationId xmlns:a16="http://schemas.microsoft.com/office/drawing/2014/main" id="{528F0649-7BE1-F449-91E5-FCAB6523D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98025" y="0"/>
            <a:ext cx="5754918" cy="568800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A96B43AF-CE80-77D1-3678-09E6AA76ADA5}"/>
              </a:ext>
            </a:extLst>
          </p:cNvPr>
          <p:cNvSpPr txBox="1"/>
          <p:nvPr/>
        </p:nvSpPr>
        <p:spPr>
          <a:xfrm>
            <a:off x="12997687" y="1062297"/>
            <a:ext cx="29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Elongation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7B57E06-C379-2B6E-8E6E-0AD4DE7DC085}"/>
              </a:ext>
            </a:extLst>
          </p:cNvPr>
          <p:cNvSpPr txBox="1"/>
          <p:nvPr/>
        </p:nvSpPr>
        <p:spPr>
          <a:xfrm>
            <a:off x="15813562" y="1513686"/>
            <a:ext cx="30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RLNU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C9E0432-F5E1-6AC9-A9BC-6A3634362D53}"/>
              </a:ext>
            </a:extLst>
          </p:cNvPr>
          <p:cNvSpPr txBox="1"/>
          <p:nvPr/>
        </p:nvSpPr>
        <p:spPr>
          <a:xfrm>
            <a:off x="12997687" y="1905673"/>
            <a:ext cx="29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Sphericity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9FD26C6-14F3-72E9-C06B-6F5AE0FFB75E}"/>
              </a:ext>
            </a:extLst>
          </p:cNvPr>
          <p:cNvSpPr txBox="1"/>
          <p:nvPr/>
        </p:nvSpPr>
        <p:spPr>
          <a:xfrm>
            <a:off x="15813562" y="2367338"/>
            <a:ext cx="30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TEX(RLM): RLNUN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4C9151B-9D67-828D-A1B7-4A42C7CE62D8}"/>
              </a:ext>
            </a:extLst>
          </p:cNvPr>
          <p:cNvSpPr txBox="1"/>
          <p:nvPr/>
        </p:nvSpPr>
        <p:spPr>
          <a:xfrm>
            <a:off x="15813562" y="2768894"/>
            <a:ext cx="30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 SRLGLE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0F09CCF-8B32-610A-7BC4-1A8419127EBF}"/>
              </a:ext>
            </a:extLst>
          </p:cNvPr>
          <p:cNvSpPr txBox="1"/>
          <p:nvPr/>
        </p:nvSpPr>
        <p:spPr>
          <a:xfrm>
            <a:off x="13070388" y="5282878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-0.4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184CFF8-37B2-4895-E35E-8213942F5CF3}"/>
              </a:ext>
            </a:extLst>
          </p:cNvPr>
          <p:cNvSpPr txBox="1"/>
          <p:nvPr/>
        </p:nvSpPr>
        <p:spPr>
          <a:xfrm>
            <a:off x="14288876" y="5282878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-0.2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A2D1943-A374-3154-6F90-CAAEC576BBBC}"/>
              </a:ext>
            </a:extLst>
          </p:cNvPr>
          <p:cNvSpPr txBox="1"/>
          <p:nvPr/>
        </p:nvSpPr>
        <p:spPr>
          <a:xfrm>
            <a:off x="15542871" y="5282878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3837297-1801-97EB-74DF-E8FD5C15AD69}"/>
              </a:ext>
            </a:extLst>
          </p:cNvPr>
          <p:cNvSpPr txBox="1"/>
          <p:nvPr/>
        </p:nvSpPr>
        <p:spPr>
          <a:xfrm>
            <a:off x="16748468" y="5282878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5D4957E-D664-E737-F2E9-CF417F649830}"/>
              </a:ext>
            </a:extLst>
          </p:cNvPr>
          <p:cNvSpPr txBox="1"/>
          <p:nvPr/>
        </p:nvSpPr>
        <p:spPr>
          <a:xfrm>
            <a:off x="18012910" y="5282878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3DD27B8-D91B-541A-4D06-2E2E74E53B43}"/>
              </a:ext>
            </a:extLst>
          </p:cNvPr>
          <p:cNvSpPr txBox="1"/>
          <p:nvPr/>
        </p:nvSpPr>
        <p:spPr>
          <a:xfrm>
            <a:off x="14028911" y="203951"/>
            <a:ext cx="160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B32B574-7E5F-E901-8D04-336AD67B9240}"/>
              </a:ext>
            </a:extLst>
          </p:cNvPr>
          <p:cNvSpPr txBox="1"/>
          <p:nvPr/>
        </p:nvSpPr>
        <p:spPr>
          <a:xfrm>
            <a:off x="16468924" y="200271"/>
            <a:ext cx="137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42FCDCA-36D1-ACBE-FE49-939265CCD0F7}"/>
              </a:ext>
            </a:extLst>
          </p:cNvPr>
          <p:cNvSpPr txBox="1"/>
          <p:nvPr/>
        </p:nvSpPr>
        <p:spPr>
          <a:xfrm>
            <a:off x="15813562" y="3182945"/>
            <a:ext cx="30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Perim/Area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D3B27D5-75DC-1613-E767-C705E9861143}"/>
              </a:ext>
            </a:extLst>
          </p:cNvPr>
          <p:cNvSpPr txBox="1"/>
          <p:nvPr/>
        </p:nvSpPr>
        <p:spPr>
          <a:xfrm>
            <a:off x="11006324" y="3574932"/>
            <a:ext cx="4935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TEX(GLCM):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Prominence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E4E954B-4442-C184-194D-244085DBA6D1}"/>
              </a:ext>
            </a:extLst>
          </p:cNvPr>
          <p:cNvSpPr txBox="1"/>
          <p:nvPr/>
        </p:nvSpPr>
        <p:spPr>
          <a:xfrm>
            <a:off x="12997687" y="4397717"/>
            <a:ext cx="29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LRHGLE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95D4F4E-205B-99E6-728D-2E3CE222B620}"/>
              </a:ext>
            </a:extLst>
          </p:cNvPr>
          <p:cNvSpPr txBox="1"/>
          <p:nvPr/>
        </p:nvSpPr>
        <p:spPr>
          <a:xfrm>
            <a:off x="12997687" y="4814111"/>
            <a:ext cx="29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GLCM: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Corr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1C2CBF1-9FE6-2058-C0F3-7DCE21034484}"/>
              </a:ext>
            </a:extLst>
          </p:cNvPr>
          <p:cNvSpPr txBox="1"/>
          <p:nvPr/>
        </p:nvSpPr>
        <p:spPr>
          <a:xfrm>
            <a:off x="15813562" y="4036597"/>
            <a:ext cx="30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Perimeter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C163506-6BF2-2046-834A-BCDE24504DC8}"/>
              </a:ext>
            </a:extLst>
          </p:cNvPr>
          <p:cNvSpPr txBox="1"/>
          <p:nvPr/>
        </p:nvSpPr>
        <p:spPr>
          <a:xfrm>
            <a:off x="12459585" y="5652000"/>
            <a:ext cx="685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malignant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95027E-25A4-5D7B-7154-6900A35D896B}"/>
              </a:ext>
            </a:extLst>
          </p:cNvPr>
          <p:cNvSpPr txBox="1"/>
          <p:nvPr/>
        </p:nvSpPr>
        <p:spPr>
          <a:xfrm>
            <a:off x="11494800" y="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5811D7CF-957A-DBFF-57F0-D2A692B1D8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75" y="6534000"/>
            <a:ext cx="5040000" cy="5040000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6FE003A5-2B7E-A5A6-784C-DCBC7BD3B958}"/>
              </a:ext>
            </a:extLst>
          </p:cNvPr>
          <p:cNvSpPr txBox="1"/>
          <p:nvPr/>
        </p:nvSpPr>
        <p:spPr>
          <a:xfrm>
            <a:off x="6284140" y="6545118"/>
            <a:ext cx="1910459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7FB0A37-99DD-D475-AFAC-71FD9781AE82}"/>
              </a:ext>
            </a:extLst>
          </p:cNvPr>
          <p:cNvSpPr txBox="1"/>
          <p:nvPr/>
        </p:nvSpPr>
        <p:spPr>
          <a:xfrm>
            <a:off x="-168963" y="7416144"/>
            <a:ext cx="409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Elongation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ADD7188-ED34-54BB-3836-B2449A49300A}"/>
              </a:ext>
            </a:extLst>
          </p:cNvPr>
          <p:cNvSpPr txBox="1"/>
          <p:nvPr/>
        </p:nvSpPr>
        <p:spPr>
          <a:xfrm>
            <a:off x="-168963" y="7820317"/>
            <a:ext cx="409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Sphericity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FBBCBCF-C3AE-7C18-C799-B50111CC4C39}"/>
              </a:ext>
            </a:extLst>
          </p:cNvPr>
          <p:cNvSpPr txBox="1"/>
          <p:nvPr/>
        </p:nvSpPr>
        <p:spPr>
          <a:xfrm>
            <a:off x="-168963" y="8251341"/>
            <a:ext cx="409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SRE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28C77F1-283E-7DF0-9649-E90D42113828}"/>
              </a:ext>
            </a:extLst>
          </p:cNvPr>
          <p:cNvSpPr txBox="1"/>
          <p:nvPr/>
        </p:nvSpPr>
        <p:spPr>
          <a:xfrm>
            <a:off x="-168963" y="8654737"/>
            <a:ext cx="409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 Perimeter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CE21C5AE-7EE2-6D2A-8C49-B04346C7E22C}"/>
              </a:ext>
            </a:extLst>
          </p:cNvPr>
          <p:cNvSpPr txBox="1"/>
          <p:nvPr/>
        </p:nvSpPr>
        <p:spPr>
          <a:xfrm>
            <a:off x="-168963" y="9071473"/>
            <a:ext cx="409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TEX(RLM):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RLNUN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DC5BDA5-4255-5096-86F9-92AEAD7FF92C}"/>
              </a:ext>
            </a:extLst>
          </p:cNvPr>
          <p:cNvSpPr txBox="1"/>
          <p:nvPr/>
        </p:nvSpPr>
        <p:spPr>
          <a:xfrm>
            <a:off x="-168963" y="9485499"/>
            <a:ext cx="409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Skewness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E55F2D63-0319-9810-F11B-6A01EF9B695D}"/>
              </a:ext>
            </a:extLst>
          </p:cNvPr>
          <p:cNvSpPr txBox="1"/>
          <p:nvPr/>
        </p:nvSpPr>
        <p:spPr>
          <a:xfrm>
            <a:off x="-168963" y="9910764"/>
            <a:ext cx="409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SRLGLE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F93D48B-69BE-ADA4-16B5-EC15D3DC965C}"/>
              </a:ext>
            </a:extLst>
          </p:cNvPr>
          <p:cNvSpPr txBox="1"/>
          <p:nvPr/>
        </p:nvSpPr>
        <p:spPr>
          <a:xfrm>
            <a:off x="-168963" y="10329024"/>
            <a:ext cx="409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TEX(GLCM):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Shade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2C9B6E2-0A6E-37A8-AC7F-A90AD2FC061F}"/>
              </a:ext>
            </a:extLst>
          </p:cNvPr>
          <p:cNvSpPr txBox="1"/>
          <p:nvPr/>
        </p:nvSpPr>
        <p:spPr>
          <a:xfrm>
            <a:off x="-168963" y="10725713"/>
            <a:ext cx="409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5665E488-B1FA-4812-EDBB-974897B8E774}"/>
              </a:ext>
            </a:extLst>
          </p:cNvPr>
          <p:cNvSpPr txBox="1"/>
          <p:nvPr/>
        </p:nvSpPr>
        <p:spPr>
          <a:xfrm>
            <a:off x="-168963" y="11144514"/>
            <a:ext cx="409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LRHGLE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D733A9C5-B15A-47B9-0F02-EC235C9836A7}"/>
              </a:ext>
            </a:extLst>
          </p:cNvPr>
          <p:cNvSpPr txBox="1"/>
          <p:nvPr/>
        </p:nvSpPr>
        <p:spPr>
          <a:xfrm>
            <a:off x="1899815" y="6425010"/>
            <a:ext cx="1744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390D7FC-EE59-B635-295E-6BCB5B288139}"/>
              </a:ext>
            </a:extLst>
          </p:cNvPr>
          <p:cNvSpPr txBox="1"/>
          <p:nvPr/>
        </p:nvSpPr>
        <p:spPr>
          <a:xfrm>
            <a:off x="4152933" y="6425010"/>
            <a:ext cx="1745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E7D4B055-844B-7A0F-DCF8-C96726A3044C}"/>
              </a:ext>
            </a:extLst>
          </p:cNvPr>
          <p:cNvSpPr txBox="1"/>
          <p:nvPr/>
        </p:nvSpPr>
        <p:spPr>
          <a:xfrm>
            <a:off x="1080556" y="11600176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-1.5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8FDF427-0C21-D03F-D58A-82F1097D647C}"/>
              </a:ext>
            </a:extLst>
          </p:cNvPr>
          <p:cNvSpPr txBox="1"/>
          <p:nvPr/>
        </p:nvSpPr>
        <p:spPr>
          <a:xfrm>
            <a:off x="2652992" y="11600176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-0.5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B99DCA6-4029-A8A6-AB31-5251361BC42A}"/>
              </a:ext>
            </a:extLst>
          </p:cNvPr>
          <p:cNvSpPr txBox="1"/>
          <p:nvPr/>
        </p:nvSpPr>
        <p:spPr>
          <a:xfrm>
            <a:off x="3553039" y="11600176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BCAB2B-6AB0-0379-5154-788E3980AF66}"/>
              </a:ext>
            </a:extLst>
          </p:cNvPr>
          <p:cNvSpPr txBox="1"/>
          <p:nvPr/>
        </p:nvSpPr>
        <p:spPr>
          <a:xfrm>
            <a:off x="4387154" y="11600176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6AAD46B-EBB3-2728-5D00-A59CEAFCDF50}"/>
              </a:ext>
            </a:extLst>
          </p:cNvPr>
          <p:cNvSpPr txBox="1"/>
          <p:nvPr/>
        </p:nvSpPr>
        <p:spPr>
          <a:xfrm>
            <a:off x="6045884" y="11600175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1.5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BDB26676-CC8D-B303-806B-0AAB07FAB6B8}"/>
              </a:ext>
            </a:extLst>
          </p:cNvPr>
          <p:cNvSpPr txBox="1"/>
          <p:nvPr/>
        </p:nvSpPr>
        <p:spPr>
          <a:xfrm>
            <a:off x="315767" y="11934000"/>
            <a:ext cx="685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malignant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D4F4022-BB10-B927-F6F2-A500F964A891}"/>
              </a:ext>
            </a:extLst>
          </p:cNvPr>
          <p:cNvSpPr txBox="1"/>
          <p:nvPr/>
        </p:nvSpPr>
        <p:spPr>
          <a:xfrm>
            <a:off x="5165083" y="11600176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BC8C14C-A5D0-603D-8FB4-46712DAF22BA}"/>
              </a:ext>
            </a:extLst>
          </p:cNvPr>
          <p:cNvSpPr txBox="1"/>
          <p:nvPr/>
        </p:nvSpPr>
        <p:spPr>
          <a:xfrm>
            <a:off x="1835030" y="11600176"/>
            <a:ext cx="7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-1.0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DF9D408-A62B-C774-49D0-0FB4455CD004}"/>
              </a:ext>
            </a:extLst>
          </p:cNvPr>
          <p:cNvSpPr txBox="1"/>
          <p:nvPr/>
        </p:nvSpPr>
        <p:spPr>
          <a:xfrm>
            <a:off x="2883600" y="3198128"/>
            <a:ext cx="36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Interquartile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F0E29810-CF62-ABB0-7ECB-4EF1349FBC6C}"/>
              </a:ext>
            </a:extLst>
          </p:cNvPr>
          <p:cNvSpPr txBox="1"/>
          <p:nvPr/>
        </p:nvSpPr>
        <p:spPr>
          <a:xfrm>
            <a:off x="2883600" y="3624079"/>
            <a:ext cx="36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SRLGLE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1CE3CAF-02B1-AD36-113D-ED530EE5C51D}"/>
              </a:ext>
            </a:extLst>
          </p:cNvPr>
          <p:cNvSpPr txBox="1"/>
          <p:nvPr/>
        </p:nvSpPr>
        <p:spPr>
          <a:xfrm>
            <a:off x="2883600" y="4047487"/>
            <a:ext cx="36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NGTDM: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Contrast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EC9E7A10-5255-35B5-8E2A-343E6750E0DC}"/>
              </a:ext>
            </a:extLst>
          </p:cNvPr>
          <p:cNvSpPr txBox="1"/>
          <p:nvPr/>
        </p:nvSpPr>
        <p:spPr>
          <a:xfrm>
            <a:off x="2883600" y="4451883"/>
            <a:ext cx="36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8ADACEB3-F5F4-3F2B-B88C-7935B241C65E}"/>
              </a:ext>
            </a:extLst>
          </p:cNvPr>
          <p:cNvSpPr txBox="1"/>
          <p:nvPr/>
        </p:nvSpPr>
        <p:spPr>
          <a:xfrm>
            <a:off x="2883600" y="4882379"/>
            <a:ext cx="36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TEX(DM):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Gray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1" name="图片 100">
            <a:extLst>
              <a:ext uri="{FF2B5EF4-FFF2-40B4-BE49-F238E27FC236}">
                <a16:creationId xmlns:a16="http://schemas.microsoft.com/office/drawing/2014/main" id="{697C8DAF-E67E-5963-060F-C680A7E020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6400" y="6533550"/>
            <a:ext cx="5040000" cy="5040000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612BBA86-CD36-2C31-B51F-971E311BF6FC}"/>
              </a:ext>
            </a:extLst>
          </p:cNvPr>
          <p:cNvSpPr txBox="1"/>
          <p:nvPr/>
        </p:nvSpPr>
        <p:spPr>
          <a:xfrm>
            <a:off x="18740119" y="6563535"/>
            <a:ext cx="1910459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" name="图形 102">
            <a:extLst>
              <a:ext uri="{FF2B5EF4-FFF2-40B4-BE49-F238E27FC236}">
                <a16:creationId xmlns:a16="http://schemas.microsoft.com/office/drawing/2014/main" id="{BD74CFF9-66C5-CA4D-7F1B-8E2F86754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55006" y="6316425"/>
            <a:ext cx="5754918" cy="5688000"/>
          </a:xfrm>
          <a:prstGeom prst="rect">
            <a:avLst/>
          </a:prstGeom>
        </p:spPr>
      </p:pic>
      <p:sp>
        <p:nvSpPr>
          <p:cNvPr id="104" name="文本框 103">
            <a:extLst>
              <a:ext uri="{FF2B5EF4-FFF2-40B4-BE49-F238E27FC236}">
                <a16:creationId xmlns:a16="http://schemas.microsoft.com/office/drawing/2014/main" id="{D00434C9-A392-C944-63AB-EB04AD567F71}"/>
              </a:ext>
            </a:extLst>
          </p:cNvPr>
          <p:cNvSpPr txBox="1"/>
          <p:nvPr/>
        </p:nvSpPr>
        <p:spPr>
          <a:xfrm>
            <a:off x="14731406" y="7416144"/>
            <a:ext cx="40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SHAPE: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Sphericity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AA483F55-3B3C-6E5F-1F96-793115033F4D}"/>
              </a:ext>
            </a:extLst>
          </p:cNvPr>
          <p:cNvSpPr txBox="1"/>
          <p:nvPr/>
        </p:nvSpPr>
        <p:spPr>
          <a:xfrm>
            <a:off x="14731406" y="7829756"/>
            <a:ext cx="40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LRHGLE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D6D8CC85-A8BC-F913-F863-2A06DCF944EF}"/>
              </a:ext>
            </a:extLst>
          </p:cNvPr>
          <p:cNvSpPr txBox="1"/>
          <p:nvPr/>
        </p:nvSpPr>
        <p:spPr>
          <a:xfrm>
            <a:off x="14731406" y="8251341"/>
            <a:ext cx="40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Skewness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1622FCE0-3E6F-7270-05F9-161019DCF49F}"/>
              </a:ext>
            </a:extLst>
          </p:cNvPr>
          <p:cNvSpPr txBox="1"/>
          <p:nvPr/>
        </p:nvSpPr>
        <p:spPr>
          <a:xfrm>
            <a:off x="14731406" y="8688166"/>
            <a:ext cx="40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554047E-6B48-2E4B-CB26-4C4707472E62}"/>
              </a:ext>
            </a:extLst>
          </p:cNvPr>
          <p:cNvSpPr txBox="1"/>
          <p:nvPr/>
        </p:nvSpPr>
        <p:spPr>
          <a:xfrm>
            <a:off x="14731406" y="9102950"/>
            <a:ext cx="40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TEX(GLCM):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Shade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021C0C2D-9CFB-83EE-5939-86EB13A9E713}"/>
              </a:ext>
            </a:extLst>
          </p:cNvPr>
          <p:cNvSpPr txBox="1"/>
          <p:nvPr/>
        </p:nvSpPr>
        <p:spPr>
          <a:xfrm>
            <a:off x="14731406" y="9492894"/>
            <a:ext cx="40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10th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pctl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86F5B23-F1C2-D0F7-E367-B0A140365DD9}"/>
              </a:ext>
            </a:extLst>
          </p:cNvPr>
          <p:cNvSpPr txBox="1"/>
          <p:nvPr/>
        </p:nvSpPr>
        <p:spPr>
          <a:xfrm>
            <a:off x="14731406" y="10344503"/>
            <a:ext cx="40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Kurtosis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8BF7A605-AFBF-EB98-1A17-7B731C63EE54}"/>
              </a:ext>
            </a:extLst>
          </p:cNvPr>
          <p:cNvSpPr txBox="1"/>
          <p:nvPr/>
        </p:nvSpPr>
        <p:spPr>
          <a:xfrm>
            <a:off x="12530119" y="9897951"/>
            <a:ext cx="2213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RLM: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LRLGLE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FD4B6734-759E-2754-83C9-BB69F03CA7F6}"/>
              </a:ext>
            </a:extLst>
          </p:cNvPr>
          <p:cNvSpPr txBox="1"/>
          <p:nvPr/>
        </p:nvSpPr>
        <p:spPr>
          <a:xfrm>
            <a:off x="14731406" y="10764916"/>
            <a:ext cx="4057200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D0134D18-DEBF-F618-1BEB-7F80E369ED56}"/>
              </a:ext>
            </a:extLst>
          </p:cNvPr>
          <p:cNvSpPr txBox="1"/>
          <p:nvPr/>
        </p:nvSpPr>
        <p:spPr>
          <a:xfrm>
            <a:off x="14731406" y="11174464"/>
            <a:ext cx="4057200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TEX(GLCM):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Joint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32F3B8F8-6CC1-AAFD-EAA4-A02B7E6A3797}"/>
              </a:ext>
            </a:extLst>
          </p:cNvPr>
          <p:cNvSpPr txBox="1"/>
          <p:nvPr/>
        </p:nvSpPr>
        <p:spPr>
          <a:xfrm>
            <a:off x="12831610" y="6456543"/>
            <a:ext cx="160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63F1814-74EB-C1BD-FB9D-5FACAAD52EC2}"/>
              </a:ext>
            </a:extLst>
          </p:cNvPr>
          <p:cNvSpPr txBox="1"/>
          <p:nvPr/>
        </p:nvSpPr>
        <p:spPr>
          <a:xfrm>
            <a:off x="15271623" y="6452863"/>
            <a:ext cx="1370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Toward</a:t>
            </a:r>
          </a:p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2393B416-C33F-F5B0-B58F-8AC37C4E6A28}"/>
              </a:ext>
            </a:extLst>
          </p:cNvPr>
          <p:cNvSpPr txBox="1"/>
          <p:nvPr/>
        </p:nvSpPr>
        <p:spPr>
          <a:xfrm>
            <a:off x="11743021" y="11934000"/>
            <a:ext cx="685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SHAP contribution toward malignant (raw score)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7CE92F0F-6B6E-1A7B-2CB9-089BF5DD8CF7}"/>
              </a:ext>
            </a:extLst>
          </p:cNvPr>
          <p:cNvSpPr txBox="1"/>
          <p:nvPr/>
        </p:nvSpPr>
        <p:spPr>
          <a:xfrm>
            <a:off x="12797662" y="11615625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AB00511-1CA0-EA55-2483-412639D3AA6E}"/>
              </a:ext>
            </a:extLst>
          </p:cNvPr>
          <p:cNvSpPr txBox="1"/>
          <p:nvPr/>
        </p:nvSpPr>
        <p:spPr>
          <a:xfrm>
            <a:off x="13621888" y="11615625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94C3B765-D823-3865-51A7-1CE106ADE3EC}"/>
              </a:ext>
            </a:extLst>
          </p:cNvPr>
          <p:cNvSpPr txBox="1"/>
          <p:nvPr/>
        </p:nvSpPr>
        <p:spPr>
          <a:xfrm>
            <a:off x="14461406" y="11615625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1A99D1B4-DD22-90A8-822C-37E1D5139362}"/>
              </a:ext>
            </a:extLst>
          </p:cNvPr>
          <p:cNvSpPr txBox="1"/>
          <p:nvPr/>
        </p:nvSpPr>
        <p:spPr>
          <a:xfrm>
            <a:off x="15289392" y="11615625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65700CC4-BFA5-708F-3818-77CE0D6B85F2}"/>
              </a:ext>
            </a:extLst>
          </p:cNvPr>
          <p:cNvSpPr txBox="1"/>
          <p:nvPr/>
        </p:nvSpPr>
        <p:spPr>
          <a:xfrm>
            <a:off x="16171999" y="11615625"/>
            <a:ext cx="54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EC62436-32F7-8495-CC28-2AF59FBD0CB6}"/>
              </a:ext>
            </a:extLst>
          </p:cNvPr>
          <p:cNvSpPr txBox="1"/>
          <p:nvPr/>
        </p:nvSpPr>
        <p:spPr>
          <a:xfrm>
            <a:off x="11976735" y="11615625"/>
            <a:ext cx="54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B91CFAF9-C3DF-5D9F-83A3-11E4F7F0E0C9}"/>
              </a:ext>
            </a:extLst>
          </p:cNvPr>
          <p:cNvSpPr txBox="1"/>
          <p:nvPr/>
        </p:nvSpPr>
        <p:spPr>
          <a:xfrm>
            <a:off x="16997570" y="11615625"/>
            <a:ext cx="54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D3D2545F-FC63-ACBB-6546-CCD60E280DB1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6400" y="428400"/>
            <a:ext cx="5040000" cy="504000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8795E8CC-C727-532F-B6CA-B839E8BC33AD}"/>
              </a:ext>
            </a:extLst>
          </p:cNvPr>
          <p:cNvSpPr txBox="1"/>
          <p:nvPr/>
        </p:nvSpPr>
        <p:spPr>
          <a:xfrm>
            <a:off x="18740119" y="447594"/>
            <a:ext cx="1334493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lang="zh-CN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8B2E573-353B-FAC7-4D97-E33106FC842C}"/>
              </a:ext>
            </a:extLst>
          </p:cNvPr>
          <p:cNvSpPr txBox="1"/>
          <p:nvPr/>
        </p:nvSpPr>
        <p:spPr>
          <a:xfrm>
            <a:off x="11494800" y="646200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5A77AEC-513C-B78F-B8EB-7A40858971B8}"/>
              </a:ext>
            </a:extLst>
          </p:cNvPr>
          <p:cNvSpPr txBox="1"/>
          <p:nvPr/>
        </p:nvSpPr>
        <p:spPr>
          <a:xfrm>
            <a:off x="0" y="6426000"/>
            <a:ext cx="720000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354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902</TotalTime>
  <Words>530</Words>
  <Application>Microsoft Macintosh PowerPoint</Application>
  <PresentationFormat>自定义</PresentationFormat>
  <Paragraphs>206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小路 绫</dc:creator>
  <cp:lastModifiedBy>T210463</cp:lastModifiedBy>
  <cp:revision>26</cp:revision>
  <dcterms:created xsi:type="dcterms:W3CDTF">2026-06-09T14:21:38Z</dcterms:created>
  <dcterms:modified xsi:type="dcterms:W3CDTF">2026-06-24T15:23:13Z</dcterms:modified>
</cp:coreProperties>
</file>