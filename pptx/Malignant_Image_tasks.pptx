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0880388" cy="15840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6B3B"/>
    <a:srgbClr val="E6E6E6"/>
    <a:srgbClr val="F54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9" autoAdjust="0"/>
    <p:restoredTop sz="94630"/>
  </p:normalViewPr>
  <p:slideViewPr>
    <p:cSldViewPr snapToGrid="0">
      <p:cViewPr varScale="1">
        <p:scale>
          <a:sx n="51" d="100"/>
          <a:sy n="51" d="100"/>
        </p:scale>
        <p:origin x="17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6029" y="2592347"/>
            <a:ext cx="17748330" cy="5514693"/>
          </a:xfrm>
        </p:spPr>
        <p:txBody>
          <a:bodyPr anchor="b"/>
          <a:lstStyle>
            <a:lvl1pPr algn="ctr">
              <a:defRPr sz="137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0049" y="8319707"/>
            <a:ext cx="15660291" cy="3824350"/>
          </a:xfrm>
        </p:spPr>
        <p:txBody>
          <a:bodyPr/>
          <a:lstStyle>
            <a:lvl1pPr marL="0" indent="0" algn="ctr">
              <a:buNone/>
              <a:defRPr sz="5480"/>
            </a:lvl1pPr>
            <a:lvl2pPr marL="1044016" indent="0" algn="ctr">
              <a:buNone/>
              <a:defRPr sz="4567"/>
            </a:lvl2pPr>
            <a:lvl3pPr marL="2088032" indent="0" algn="ctr">
              <a:buNone/>
              <a:defRPr sz="4110"/>
            </a:lvl3pPr>
            <a:lvl4pPr marL="3132049" indent="0" algn="ctr">
              <a:buNone/>
              <a:defRPr sz="3654"/>
            </a:lvl4pPr>
            <a:lvl5pPr marL="4176065" indent="0" algn="ctr">
              <a:buNone/>
              <a:defRPr sz="3654"/>
            </a:lvl5pPr>
            <a:lvl6pPr marL="5220081" indent="0" algn="ctr">
              <a:buNone/>
              <a:defRPr sz="3654"/>
            </a:lvl6pPr>
            <a:lvl7pPr marL="6264097" indent="0" algn="ctr">
              <a:buNone/>
              <a:defRPr sz="3654"/>
            </a:lvl7pPr>
            <a:lvl8pPr marL="7308113" indent="0" algn="ctr">
              <a:buNone/>
              <a:defRPr sz="3654"/>
            </a:lvl8pPr>
            <a:lvl9pPr marL="8352130" indent="0" algn="ctr">
              <a:buNone/>
              <a:defRPr sz="365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17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011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652" y="3949023"/>
            <a:ext cx="18009335" cy="6589030"/>
          </a:xfrm>
        </p:spPr>
        <p:txBody>
          <a:bodyPr anchor="b"/>
          <a:lstStyle>
            <a:lvl1pPr>
              <a:defRPr sz="137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4652" y="10600388"/>
            <a:ext cx="18009335" cy="3465015"/>
          </a:xfrm>
        </p:spPr>
        <p:txBody>
          <a:bodyPr/>
          <a:lstStyle>
            <a:lvl1pPr marL="0" indent="0">
              <a:buNone/>
              <a:defRPr sz="5480">
                <a:solidFill>
                  <a:schemeClr val="tx1"/>
                </a:solidFill>
              </a:defRPr>
            </a:lvl1pPr>
            <a:lvl2pPr marL="1044016" indent="0">
              <a:buNone/>
              <a:defRPr sz="4567">
                <a:solidFill>
                  <a:schemeClr val="tx1">
                    <a:tint val="75000"/>
                  </a:schemeClr>
                </a:solidFill>
              </a:defRPr>
            </a:lvl2pPr>
            <a:lvl3pPr marL="2088032" indent="0">
              <a:buNone/>
              <a:defRPr sz="4110">
                <a:solidFill>
                  <a:schemeClr val="tx1">
                    <a:tint val="75000"/>
                  </a:schemeClr>
                </a:solidFill>
              </a:defRPr>
            </a:lvl3pPr>
            <a:lvl4pPr marL="3132049" indent="0">
              <a:buNone/>
              <a:defRPr sz="3654">
                <a:solidFill>
                  <a:schemeClr val="tx1">
                    <a:tint val="75000"/>
                  </a:schemeClr>
                </a:solidFill>
              </a:defRPr>
            </a:lvl4pPr>
            <a:lvl5pPr marL="4176065" indent="0">
              <a:buNone/>
              <a:defRPr sz="3654">
                <a:solidFill>
                  <a:schemeClr val="tx1">
                    <a:tint val="75000"/>
                  </a:schemeClr>
                </a:solidFill>
              </a:defRPr>
            </a:lvl5pPr>
            <a:lvl6pPr marL="5220081" indent="0">
              <a:buNone/>
              <a:defRPr sz="3654">
                <a:solidFill>
                  <a:schemeClr val="tx1">
                    <a:tint val="75000"/>
                  </a:schemeClr>
                </a:solidFill>
              </a:defRPr>
            </a:lvl6pPr>
            <a:lvl7pPr marL="6264097" indent="0">
              <a:buNone/>
              <a:defRPr sz="3654">
                <a:solidFill>
                  <a:schemeClr val="tx1">
                    <a:tint val="75000"/>
                  </a:schemeClr>
                </a:solidFill>
              </a:defRPr>
            </a:lvl7pPr>
            <a:lvl8pPr marL="7308113" indent="0">
              <a:buNone/>
              <a:defRPr sz="3654">
                <a:solidFill>
                  <a:schemeClr val="tx1">
                    <a:tint val="75000"/>
                  </a:schemeClr>
                </a:solidFill>
              </a:defRPr>
            </a:lvl8pPr>
            <a:lvl9pPr marL="8352130" indent="0">
              <a:buNone/>
              <a:defRPr sz="36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878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527" y="4216687"/>
            <a:ext cx="8874165" cy="100503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696" y="4216687"/>
            <a:ext cx="8874165" cy="100503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95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246" y="843341"/>
            <a:ext cx="18009335" cy="30616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8249" y="3883019"/>
            <a:ext cx="8833381" cy="1903008"/>
          </a:xfrm>
        </p:spPr>
        <p:txBody>
          <a:bodyPr anchor="b"/>
          <a:lstStyle>
            <a:lvl1pPr marL="0" indent="0">
              <a:buNone/>
              <a:defRPr sz="5480" b="1"/>
            </a:lvl1pPr>
            <a:lvl2pPr marL="1044016" indent="0">
              <a:buNone/>
              <a:defRPr sz="4567" b="1"/>
            </a:lvl2pPr>
            <a:lvl3pPr marL="2088032" indent="0">
              <a:buNone/>
              <a:defRPr sz="4110" b="1"/>
            </a:lvl3pPr>
            <a:lvl4pPr marL="3132049" indent="0">
              <a:buNone/>
              <a:defRPr sz="3654" b="1"/>
            </a:lvl4pPr>
            <a:lvl5pPr marL="4176065" indent="0">
              <a:buNone/>
              <a:defRPr sz="3654" b="1"/>
            </a:lvl5pPr>
            <a:lvl6pPr marL="5220081" indent="0">
              <a:buNone/>
              <a:defRPr sz="3654" b="1"/>
            </a:lvl6pPr>
            <a:lvl7pPr marL="6264097" indent="0">
              <a:buNone/>
              <a:defRPr sz="3654" b="1"/>
            </a:lvl7pPr>
            <a:lvl8pPr marL="7308113" indent="0">
              <a:buNone/>
              <a:defRPr sz="3654" b="1"/>
            </a:lvl8pPr>
            <a:lvl9pPr marL="8352130" indent="0">
              <a:buNone/>
              <a:defRPr sz="365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38249" y="5786027"/>
            <a:ext cx="8833381" cy="851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570697" y="3883019"/>
            <a:ext cx="8876885" cy="1903008"/>
          </a:xfrm>
        </p:spPr>
        <p:txBody>
          <a:bodyPr anchor="b"/>
          <a:lstStyle>
            <a:lvl1pPr marL="0" indent="0">
              <a:buNone/>
              <a:defRPr sz="5480" b="1"/>
            </a:lvl1pPr>
            <a:lvl2pPr marL="1044016" indent="0">
              <a:buNone/>
              <a:defRPr sz="4567" b="1"/>
            </a:lvl2pPr>
            <a:lvl3pPr marL="2088032" indent="0">
              <a:buNone/>
              <a:defRPr sz="4110" b="1"/>
            </a:lvl3pPr>
            <a:lvl4pPr marL="3132049" indent="0">
              <a:buNone/>
              <a:defRPr sz="3654" b="1"/>
            </a:lvl4pPr>
            <a:lvl5pPr marL="4176065" indent="0">
              <a:buNone/>
              <a:defRPr sz="3654" b="1"/>
            </a:lvl5pPr>
            <a:lvl6pPr marL="5220081" indent="0">
              <a:buNone/>
              <a:defRPr sz="3654" b="1"/>
            </a:lvl6pPr>
            <a:lvl7pPr marL="6264097" indent="0">
              <a:buNone/>
              <a:defRPr sz="3654" b="1"/>
            </a:lvl7pPr>
            <a:lvl8pPr marL="7308113" indent="0">
              <a:buNone/>
              <a:defRPr sz="3654" b="1"/>
            </a:lvl8pPr>
            <a:lvl9pPr marL="8352130" indent="0">
              <a:buNone/>
              <a:defRPr sz="365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570697" y="5786027"/>
            <a:ext cx="8876885" cy="851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11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46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821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246" y="1056005"/>
            <a:ext cx="6734469" cy="3696018"/>
          </a:xfrm>
        </p:spPr>
        <p:txBody>
          <a:bodyPr anchor="b"/>
          <a:lstStyle>
            <a:lvl1pPr>
              <a:defRPr sz="730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76885" y="2280681"/>
            <a:ext cx="10570696" cy="11256720"/>
          </a:xfrm>
        </p:spPr>
        <p:txBody>
          <a:bodyPr/>
          <a:lstStyle>
            <a:lvl1pPr>
              <a:defRPr sz="7307"/>
            </a:lvl1pPr>
            <a:lvl2pPr>
              <a:defRPr sz="6394"/>
            </a:lvl2pPr>
            <a:lvl3pPr>
              <a:defRPr sz="5480"/>
            </a:lvl3pPr>
            <a:lvl4pPr>
              <a:defRPr sz="4567"/>
            </a:lvl4pPr>
            <a:lvl5pPr>
              <a:defRPr sz="4567"/>
            </a:lvl5pPr>
            <a:lvl6pPr>
              <a:defRPr sz="4567"/>
            </a:lvl6pPr>
            <a:lvl7pPr>
              <a:defRPr sz="4567"/>
            </a:lvl7pPr>
            <a:lvl8pPr>
              <a:defRPr sz="4567"/>
            </a:lvl8pPr>
            <a:lvl9pPr>
              <a:defRPr sz="45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8246" y="4752022"/>
            <a:ext cx="6734469" cy="8803710"/>
          </a:xfrm>
        </p:spPr>
        <p:txBody>
          <a:bodyPr/>
          <a:lstStyle>
            <a:lvl1pPr marL="0" indent="0">
              <a:buNone/>
              <a:defRPr sz="3654"/>
            </a:lvl1pPr>
            <a:lvl2pPr marL="1044016" indent="0">
              <a:buNone/>
              <a:defRPr sz="3197"/>
            </a:lvl2pPr>
            <a:lvl3pPr marL="2088032" indent="0">
              <a:buNone/>
              <a:defRPr sz="2740"/>
            </a:lvl3pPr>
            <a:lvl4pPr marL="3132049" indent="0">
              <a:buNone/>
              <a:defRPr sz="2284"/>
            </a:lvl4pPr>
            <a:lvl5pPr marL="4176065" indent="0">
              <a:buNone/>
              <a:defRPr sz="2284"/>
            </a:lvl5pPr>
            <a:lvl6pPr marL="5220081" indent="0">
              <a:buNone/>
              <a:defRPr sz="2284"/>
            </a:lvl6pPr>
            <a:lvl7pPr marL="6264097" indent="0">
              <a:buNone/>
              <a:defRPr sz="2284"/>
            </a:lvl7pPr>
            <a:lvl8pPr marL="7308113" indent="0">
              <a:buNone/>
              <a:defRPr sz="2284"/>
            </a:lvl8pPr>
            <a:lvl9pPr marL="8352130" indent="0">
              <a:buNone/>
              <a:defRPr sz="228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26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246" y="1056005"/>
            <a:ext cx="6734469" cy="3696018"/>
          </a:xfrm>
        </p:spPr>
        <p:txBody>
          <a:bodyPr anchor="b"/>
          <a:lstStyle>
            <a:lvl1pPr>
              <a:defRPr sz="730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76885" y="2280681"/>
            <a:ext cx="10570696" cy="11256720"/>
          </a:xfrm>
        </p:spPr>
        <p:txBody>
          <a:bodyPr anchor="t"/>
          <a:lstStyle>
            <a:lvl1pPr marL="0" indent="0">
              <a:buNone/>
              <a:defRPr sz="7307"/>
            </a:lvl1pPr>
            <a:lvl2pPr marL="1044016" indent="0">
              <a:buNone/>
              <a:defRPr sz="6394"/>
            </a:lvl2pPr>
            <a:lvl3pPr marL="2088032" indent="0">
              <a:buNone/>
              <a:defRPr sz="5480"/>
            </a:lvl3pPr>
            <a:lvl4pPr marL="3132049" indent="0">
              <a:buNone/>
              <a:defRPr sz="4567"/>
            </a:lvl4pPr>
            <a:lvl5pPr marL="4176065" indent="0">
              <a:buNone/>
              <a:defRPr sz="4567"/>
            </a:lvl5pPr>
            <a:lvl6pPr marL="5220081" indent="0">
              <a:buNone/>
              <a:defRPr sz="4567"/>
            </a:lvl6pPr>
            <a:lvl7pPr marL="6264097" indent="0">
              <a:buNone/>
              <a:defRPr sz="4567"/>
            </a:lvl7pPr>
            <a:lvl8pPr marL="7308113" indent="0">
              <a:buNone/>
              <a:defRPr sz="4567"/>
            </a:lvl8pPr>
            <a:lvl9pPr marL="8352130" indent="0">
              <a:buNone/>
              <a:defRPr sz="45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8246" y="4752022"/>
            <a:ext cx="6734469" cy="8803710"/>
          </a:xfrm>
        </p:spPr>
        <p:txBody>
          <a:bodyPr/>
          <a:lstStyle>
            <a:lvl1pPr marL="0" indent="0">
              <a:buNone/>
              <a:defRPr sz="3654"/>
            </a:lvl1pPr>
            <a:lvl2pPr marL="1044016" indent="0">
              <a:buNone/>
              <a:defRPr sz="3197"/>
            </a:lvl2pPr>
            <a:lvl3pPr marL="2088032" indent="0">
              <a:buNone/>
              <a:defRPr sz="2740"/>
            </a:lvl3pPr>
            <a:lvl4pPr marL="3132049" indent="0">
              <a:buNone/>
              <a:defRPr sz="2284"/>
            </a:lvl4pPr>
            <a:lvl5pPr marL="4176065" indent="0">
              <a:buNone/>
              <a:defRPr sz="2284"/>
            </a:lvl5pPr>
            <a:lvl6pPr marL="5220081" indent="0">
              <a:buNone/>
              <a:defRPr sz="2284"/>
            </a:lvl6pPr>
            <a:lvl7pPr marL="6264097" indent="0">
              <a:buNone/>
              <a:defRPr sz="2284"/>
            </a:lvl7pPr>
            <a:lvl8pPr marL="7308113" indent="0">
              <a:buNone/>
              <a:defRPr sz="2284"/>
            </a:lvl8pPr>
            <a:lvl9pPr marL="8352130" indent="0">
              <a:buNone/>
              <a:defRPr sz="228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796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32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942529" y="843338"/>
            <a:ext cx="4502334" cy="1342373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35528" y="843338"/>
            <a:ext cx="13245996" cy="1342373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64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35527" y="843341"/>
            <a:ext cx="18009335" cy="30616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5527" y="4216687"/>
            <a:ext cx="18009335" cy="10050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35527" y="14681406"/>
            <a:ext cx="4698087" cy="843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B1075-1FC3-4CDC-BCEE-81F9366589A7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16629" y="14681406"/>
            <a:ext cx="7047131" cy="843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746774" y="14681406"/>
            <a:ext cx="4698087" cy="843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7891B-A23A-4CDA-BB16-A62949191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188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088032" rtl="0" eaLnBrk="1" latinLnBrk="0" hangingPunct="1">
        <a:lnSpc>
          <a:spcPct val="90000"/>
        </a:lnSpc>
        <a:spcBef>
          <a:spcPct val="0"/>
        </a:spcBef>
        <a:buNone/>
        <a:defRPr sz="100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2008" indent="-522008" algn="l" defTabSz="2088032" rtl="0" eaLnBrk="1" latinLnBrk="0" hangingPunct="1">
        <a:lnSpc>
          <a:spcPct val="90000"/>
        </a:lnSpc>
        <a:spcBef>
          <a:spcPts val="2284"/>
        </a:spcBef>
        <a:buFont typeface="Arial" panose="020B0604020202020204" pitchFamily="34" charset="0"/>
        <a:buChar char="•"/>
        <a:defRPr sz="6394" kern="1200">
          <a:solidFill>
            <a:schemeClr val="tx1"/>
          </a:solidFill>
          <a:latin typeface="+mn-lt"/>
          <a:ea typeface="+mn-ea"/>
          <a:cs typeface="+mn-cs"/>
        </a:defRPr>
      </a:lvl1pPr>
      <a:lvl2pPr marL="1566024" indent="-522008" algn="l" defTabSz="2088032" rtl="0" eaLnBrk="1" latinLnBrk="0" hangingPunct="1">
        <a:lnSpc>
          <a:spcPct val="90000"/>
        </a:lnSpc>
        <a:spcBef>
          <a:spcPts val="1142"/>
        </a:spcBef>
        <a:buFont typeface="Arial" panose="020B0604020202020204" pitchFamily="34" charset="0"/>
        <a:buChar char="•"/>
        <a:defRPr sz="5480" kern="1200">
          <a:solidFill>
            <a:schemeClr val="tx1"/>
          </a:solidFill>
          <a:latin typeface="+mn-lt"/>
          <a:ea typeface="+mn-ea"/>
          <a:cs typeface="+mn-cs"/>
        </a:defRPr>
      </a:lvl2pPr>
      <a:lvl3pPr marL="2610041" indent="-522008" algn="l" defTabSz="2088032" rtl="0" eaLnBrk="1" latinLnBrk="0" hangingPunct="1">
        <a:lnSpc>
          <a:spcPct val="90000"/>
        </a:lnSpc>
        <a:spcBef>
          <a:spcPts val="1142"/>
        </a:spcBef>
        <a:buFont typeface="Arial" panose="020B0604020202020204" pitchFamily="34" charset="0"/>
        <a:buChar char="•"/>
        <a:defRPr sz="4567" kern="1200">
          <a:solidFill>
            <a:schemeClr val="tx1"/>
          </a:solidFill>
          <a:latin typeface="+mn-lt"/>
          <a:ea typeface="+mn-ea"/>
          <a:cs typeface="+mn-cs"/>
        </a:defRPr>
      </a:lvl3pPr>
      <a:lvl4pPr marL="3654057" indent="-522008" algn="l" defTabSz="2088032" rtl="0" eaLnBrk="1" latinLnBrk="0" hangingPunct="1">
        <a:lnSpc>
          <a:spcPct val="90000"/>
        </a:lnSpc>
        <a:spcBef>
          <a:spcPts val="1142"/>
        </a:spcBef>
        <a:buFont typeface="Arial" panose="020B0604020202020204" pitchFamily="34" charset="0"/>
        <a:buChar char="•"/>
        <a:defRPr sz="4110" kern="1200">
          <a:solidFill>
            <a:schemeClr val="tx1"/>
          </a:solidFill>
          <a:latin typeface="+mn-lt"/>
          <a:ea typeface="+mn-ea"/>
          <a:cs typeface="+mn-cs"/>
        </a:defRPr>
      </a:lvl4pPr>
      <a:lvl5pPr marL="4698073" indent="-522008" algn="l" defTabSz="2088032" rtl="0" eaLnBrk="1" latinLnBrk="0" hangingPunct="1">
        <a:lnSpc>
          <a:spcPct val="90000"/>
        </a:lnSpc>
        <a:spcBef>
          <a:spcPts val="1142"/>
        </a:spcBef>
        <a:buFont typeface="Arial" panose="020B0604020202020204" pitchFamily="34" charset="0"/>
        <a:buChar char="•"/>
        <a:defRPr sz="4110" kern="1200">
          <a:solidFill>
            <a:schemeClr val="tx1"/>
          </a:solidFill>
          <a:latin typeface="+mn-lt"/>
          <a:ea typeface="+mn-ea"/>
          <a:cs typeface="+mn-cs"/>
        </a:defRPr>
      </a:lvl5pPr>
      <a:lvl6pPr marL="5742089" indent="-522008" algn="l" defTabSz="2088032" rtl="0" eaLnBrk="1" latinLnBrk="0" hangingPunct="1">
        <a:lnSpc>
          <a:spcPct val="90000"/>
        </a:lnSpc>
        <a:spcBef>
          <a:spcPts val="1142"/>
        </a:spcBef>
        <a:buFont typeface="Arial" panose="020B0604020202020204" pitchFamily="34" charset="0"/>
        <a:buChar char="•"/>
        <a:defRPr sz="4110" kern="1200">
          <a:solidFill>
            <a:schemeClr val="tx1"/>
          </a:solidFill>
          <a:latin typeface="+mn-lt"/>
          <a:ea typeface="+mn-ea"/>
          <a:cs typeface="+mn-cs"/>
        </a:defRPr>
      </a:lvl6pPr>
      <a:lvl7pPr marL="6786105" indent="-522008" algn="l" defTabSz="2088032" rtl="0" eaLnBrk="1" latinLnBrk="0" hangingPunct="1">
        <a:lnSpc>
          <a:spcPct val="90000"/>
        </a:lnSpc>
        <a:spcBef>
          <a:spcPts val="1142"/>
        </a:spcBef>
        <a:buFont typeface="Arial" panose="020B0604020202020204" pitchFamily="34" charset="0"/>
        <a:buChar char="•"/>
        <a:defRPr sz="4110" kern="1200">
          <a:solidFill>
            <a:schemeClr val="tx1"/>
          </a:solidFill>
          <a:latin typeface="+mn-lt"/>
          <a:ea typeface="+mn-ea"/>
          <a:cs typeface="+mn-cs"/>
        </a:defRPr>
      </a:lvl7pPr>
      <a:lvl8pPr marL="7830122" indent="-522008" algn="l" defTabSz="2088032" rtl="0" eaLnBrk="1" latinLnBrk="0" hangingPunct="1">
        <a:lnSpc>
          <a:spcPct val="90000"/>
        </a:lnSpc>
        <a:spcBef>
          <a:spcPts val="1142"/>
        </a:spcBef>
        <a:buFont typeface="Arial" panose="020B0604020202020204" pitchFamily="34" charset="0"/>
        <a:buChar char="•"/>
        <a:defRPr sz="4110" kern="1200">
          <a:solidFill>
            <a:schemeClr val="tx1"/>
          </a:solidFill>
          <a:latin typeface="+mn-lt"/>
          <a:ea typeface="+mn-ea"/>
          <a:cs typeface="+mn-cs"/>
        </a:defRPr>
      </a:lvl8pPr>
      <a:lvl9pPr marL="8874138" indent="-522008" algn="l" defTabSz="2088032" rtl="0" eaLnBrk="1" latinLnBrk="0" hangingPunct="1">
        <a:lnSpc>
          <a:spcPct val="90000"/>
        </a:lnSpc>
        <a:spcBef>
          <a:spcPts val="1142"/>
        </a:spcBef>
        <a:buFont typeface="Arial" panose="020B0604020202020204" pitchFamily="34" charset="0"/>
        <a:buChar char="•"/>
        <a:defRPr sz="41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88032" rtl="0" eaLnBrk="1" latinLnBrk="0" hangingPunct="1">
        <a:defRPr sz="4110" kern="1200">
          <a:solidFill>
            <a:schemeClr val="tx1"/>
          </a:solidFill>
          <a:latin typeface="+mn-lt"/>
          <a:ea typeface="+mn-ea"/>
          <a:cs typeface="+mn-cs"/>
        </a:defRPr>
      </a:lvl1pPr>
      <a:lvl2pPr marL="1044016" algn="l" defTabSz="2088032" rtl="0" eaLnBrk="1" latinLnBrk="0" hangingPunct="1">
        <a:defRPr sz="4110" kern="1200">
          <a:solidFill>
            <a:schemeClr val="tx1"/>
          </a:solidFill>
          <a:latin typeface="+mn-lt"/>
          <a:ea typeface="+mn-ea"/>
          <a:cs typeface="+mn-cs"/>
        </a:defRPr>
      </a:lvl2pPr>
      <a:lvl3pPr marL="2088032" algn="l" defTabSz="2088032" rtl="0" eaLnBrk="1" latinLnBrk="0" hangingPunct="1">
        <a:defRPr sz="4110" kern="1200">
          <a:solidFill>
            <a:schemeClr val="tx1"/>
          </a:solidFill>
          <a:latin typeface="+mn-lt"/>
          <a:ea typeface="+mn-ea"/>
          <a:cs typeface="+mn-cs"/>
        </a:defRPr>
      </a:lvl3pPr>
      <a:lvl4pPr marL="3132049" algn="l" defTabSz="2088032" rtl="0" eaLnBrk="1" latinLnBrk="0" hangingPunct="1">
        <a:defRPr sz="4110" kern="1200">
          <a:solidFill>
            <a:schemeClr val="tx1"/>
          </a:solidFill>
          <a:latin typeface="+mn-lt"/>
          <a:ea typeface="+mn-ea"/>
          <a:cs typeface="+mn-cs"/>
        </a:defRPr>
      </a:lvl4pPr>
      <a:lvl5pPr marL="4176065" algn="l" defTabSz="2088032" rtl="0" eaLnBrk="1" latinLnBrk="0" hangingPunct="1">
        <a:defRPr sz="4110" kern="1200">
          <a:solidFill>
            <a:schemeClr val="tx1"/>
          </a:solidFill>
          <a:latin typeface="+mn-lt"/>
          <a:ea typeface="+mn-ea"/>
          <a:cs typeface="+mn-cs"/>
        </a:defRPr>
      </a:lvl5pPr>
      <a:lvl6pPr marL="5220081" algn="l" defTabSz="2088032" rtl="0" eaLnBrk="1" latinLnBrk="0" hangingPunct="1">
        <a:defRPr sz="4110" kern="1200">
          <a:solidFill>
            <a:schemeClr val="tx1"/>
          </a:solidFill>
          <a:latin typeface="+mn-lt"/>
          <a:ea typeface="+mn-ea"/>
          <a:cs typeface="+mn-cs"/>
        </a:defRPr>
      </a:lvl6pPr>
      <a:lvl7pPr marL="6264097" algn="l" defTabSz="2088032" rtl="0" eaLnBrk="1" latinLnBrk="0" hangingPunct="1">
        <a:defRPr sz="4110" kern="1200">
          <a:solidFill>
            <a:schemeClr val="tx1"/>
          </a:solidFill>
          <a:latin typeface="+mn-lt"/>
          <a:ea typeface="+mn-ea"/>
          <a:cs typeface="+mn-cs"/>
        </a:defRPr>
      </a:lvl7pPr>
      <a:lvl8pPr marL="7308113" algn="l" defTabSz="2088032" rtl="0" eaLnBrk="1" latinLnBrk="0" hangingPunct="1">
        <a:defRPr sz="4110" kern="1200">
          <a:solidFill>
            <a:schemeClr val="tx1"/>
          </a:solidFill>
          <a:latin typeface="+mn-lt"/>
          <a:ea typeface="+mn-ea"/>
          <a:cs typeface="+mn-cs"/>
        </a:defRPr>
      </a:lvl8pPr>
      <a:lvl9pPr marL="8352130" algn="l" defTabSz="2088032" rtl="0" eaLnBrk="1" latinLnBrk="0" hangingPunct="1">
        <a:defRPr sz="41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sv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EF36272A-BC86-C8EF-C0B5-FD0C16B9F35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2835" y="5066661"/>
            <a:ext cx="6840000" cy="5029200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716A76E8-EC14-BF70-F0EC-46E511DA69C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4359" y="10862672"/>
            <a:ext cx="5040000" cy="4320000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7F9FB42-A8DE-7BF8-6B4A-7696FFE19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2586" y="10367621"/>
            <a:ext cx="7315200" cy="50292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803E5C3-A6A1-83C7-4F4E-3A9463A2B314}"/>
              </a:ext>
            </a:extLst>
          </p:cNvPr>
          <p:cNvSpPr txBox="1"/>
          <p:nvPr/>
        </p:nvSpPr>
        <p:spPr>
          <a:xfrm>
            <a:off x="-719715" y="10793417"/>
            <a:ext cx="43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RLM: GLNU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B04085-EA12-96DE-AC78-7E87AF1C7885}"/>
              </a:ext>
            </a:extLst>
          </p:cNvPr>
          <p:cNvSpPr txBox="1"/>
          <p:nvPr/>
        </p:nvSpPr>
        <p:spPr>
          <a:xfrm>
            <a:off x="-719715" y="11208446"/>
            <a:ext cx="43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TEX(GLCM): Imc2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DECF83-6138-536E-EFF7-5A891C246591}"/>
              </a:ext>
            </a:extLst>
          </p:cNvPr>
          <p:cNvSpPr txBox="1"/>
          <p:nvPr/>
        </p:nvSpPr>
        <p:spPr>
          <a:xfrm>
            <a:off x="-719715" y="11632370"/>
            <a:ext cx="43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SHAPE: Sphericity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5C9F32-14AB-0AA1-D2DA-CC92862945B3}"/>
              </a:ext>
            </a:extLst>
          </p:cNvPr>
          <p:cNvSpPr txBox="1"/>
          <p:nvPr/>
        </p:nvSpPr>
        <p:spPr>
          <a:xfrm>
            <a:off x="-719715" y="12056295"/>
            <a:ext cx="43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TEX(NGTDM): Strength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C0D17E-6BF2-FA01-9268-10213085D4FA}"/>
              </a:ext>
            </a:extLst>
          </p:cNvPr>
          <p:cNvSpPr txBox="1"/>
          <p:nvPr/>
        </p:nvSpPr>
        <p:spPr>
          <a:xfrm>
            <a:off x="-719715" y="12469063"/>
            <a:ext cx="43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RLM: </a:t>
            </a:r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RunEnt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CB76F0-A356-EDA3-4950-3B91DE0266F8}"/>
              </a:ext>
            </a:extLst>
          </p:cNvPr>
          <p:cNvSpPr txBox="1"/>
          <p:nvPr/>
        </p:nvSpPr>
        <p:spPr>
          <a:xfrm>
            <a:off x="-719715" y="12883842"/>
            <a:ext cx="43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RLM: SRLGLE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2C4A81E-4D87-A358-9B83-34A0C59EE63C}"/>
              </a:ext>
            </a:extLst>
          </p:cNvPr>
          <p:cNvSpPr txBox="1"/>
          <p:nvPr/>
        </p:nvSpPr>
        <p:spPr>
          <a:xfrm>
            <a:off x="-719715" y="13331762"/>
            <a:ext cx="43200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TEX(GLCM): Cluster Shade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27C8AC-C1CC-6C94-16D4-91397E0571DD}"/>
              </a:ext>
            </a:extLst>
          </p:cNvPr>
          <p:cNvSpPr txBox="1"/>
          <p:nvPr/>
        </p:nvSpPr>
        <p:spPr>
          <a:xfrm>
            <a:off x="-719715" y="13746814"/>
            <a:ext cx="43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NGTDM: Coarse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DCC6FA-2C23-B644-4F82-6AD0EFD26483}"/>
              </a:ext>
            </a:extLst>
          </p:cNvPr>
          <p:cNvSpPr txBox="1"/>
          <p:nvPr/>
        </p:nvSpPr>
        <p:spPr>
          <a:xfrm>
            <a:off x="-719715" y="14149014"/>
            <a:ext cx="43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SHAPE: Elongation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736853-0A77-B1B1-649D-481929F7992C}"/>
              </a:ext>
            </a:extLst>
          </p:cNvPr>
          <p:cNvSpPr txBox="1"/>
          <p:nvPr/>
        </p:nvSpPr>
        <p:spPr>
          <a:xfrm>
            <a:off x="-719715" y="14583116"/>
            <a:ext cx="43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INT: Skewness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C84C00-361B-8186-4C50-EDDD5D35221E}"/>
              </a:ext>
            </a:extLst>
          </p:cNvPr>
          <p:cNvSpPr txBox="1"/>
          <p:nvPr/>
        </p:nvSpPr>
        <p:spPr>
          <a:xfrm>
            <a:off x="2374305" y="15150841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-0.6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871C475-0108-38C5-72A6-5BFC687D745E}"/>
              </a:ext>
            </a:extLst>
          </p:cNvPr>
          <p:cNvSpPr txBox="1"/>
          <p:nvPr/>
        </p:nvSpPr>
        <p:spPr>
          <a:xfrm>
            <a:off x="3273464" y="15152661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-0.4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E30CFC-D0B2-4C73-DE18-AEBB98EFF652}"/>
              </a:ext>
            </a:extLst>
          </p:cNvPr>
          <p:cNvSpPr txBox="1"/>
          <p:nvPr/>
        </p:nvSpPr>
        <p:spPr>
          <a:xfrm>
            <a:off x="4172625" y="15152661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-0.2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24CB57-4A3F-7499-3325-ECA6BCEAFC39}"/>
              </a:ext>
            </a:extLst>
          </p:cNvPr>
          <p:cNvSpPr txBox="1"/>
          <p:nvPr/>
        </p:nvSpPr>
        <p:spPr>
          <a:xfrm>
            <a:off x="5145619" y="15152661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C225AD-9DA9-6A0E-5762-B8B52839C6BF}"/>
              </a:ext>
            </a:extLst>
          </p:cNvPr>
          <p:cNvSpPr txBox="1"/>
          <p:nvPr/>
        </p:nvSpPr>
        <p:spPr>
          <a:xfrm>
            <a:off x="6073867" y="15152661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0F507A8-7551-5F5B-6B80-6BA1271085AE}"/>
              </a:ext>
            </a:extLst>
          </p:cNvPr>
          <p:cNvSpPr txBox="1"/>
          <p:nvPr/>
        </p:nvSpPr>
        <p:spPr>
          <a:xfrm>
            <a:off x="6984635" y="15150841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7981029-2E89-8BEC-FBD0-22C5A62A2598}"/>
              </a:ext>
            </a:extLst>
          </p:cNvPr>
          <p:cNvSpPr txBox="1"/>
          <p:nvPr/>
        </p:nvSpPr>
        <p:spPr>
          <a:xfrm>
            <a:off x="7883796" y="15152661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0.6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EF4F84C-B9F1-2D3D-C3E5-49C9B10C96C9}"/>
              </a:ext>
            </a:extLst>
          </p:cNvPr>
          <p:cNvSpPr txBox="1"/>
          <p:nvPr/>
        </p:nvSpPr>
        <p:spPr>
          <a:xfrm>
            <a:off x="2451327" y="15456458"/>
            <a:ext cx="5979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FTC 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0FD502B-0699-7B86-EFA6-982A6630B606}"/>
              </a:ext>
            </a:extLst>
          </p:cNvPr>
          <p:cNvSpPr txBox="1"/>
          <p:nvPr/>
        </p:nvSpPr>
        <p:spPr>
          <a:xfrm>
            <a:off x="8681140" y="10375391"/>
            <a:ext cx="905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3918AE6-AA2F-0B22-9482-9642B879149E}"/>
              </a:ext>
            </a:extLst>
          </p:cNvPr>
          <p:cNvSpPr txBox="1"/>
          <p:nvPr/>
        </p:nvSpPr>
        <p:spPr>
          <a:xfrm>
            <a:off x="8681140" y="14938748"/>
            <a:ext cx="905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ECE821-5E72-15AE-BF68-B0F648366FAC}"/>
              </a:ext>
            </a:extLst>
          </p:cNvPr>
          <p:cNvSpPr txBox="1"/>
          <p:nvPr/>
        </p:nvSpPr>
        <p:spPr>
          <a:xfrm rot="16200000">
            <a:off x="7363874" y="12550823"/>
            <a:ext cx="3294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 Value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图形 27">
            <a:extLst>
              <a:ext uri="{FF2B5EF4-FFF2-40B4-BE49-F238E27FC236}">
                <a16:creationId xmlns:a16="http://schemas.microsoft.com/office/drawing/2014/main" id="{275E1008-0459-1A3C-47A1-CB083F7510A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16602" y="5527174"/>
            <a:ext cx="5040000" cy="43200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CE41E66F-9D05-7424-9DFF-FDAF1436EEA9}"/>
              </a:ext>
            </a:extLst>
          </p:cNvPr>
          <p:cNvSpPr txBox="1"/>
          <p:nvPr/>
        </p:nvSpPr>
        <p:spPr>
          <a:xfrm>
            <a:off x="2144" y="2032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3EE68E7-0018-A790-0AB4-9193CC587F83}"/>
              </a:ext>
            </a:extLst>
          </p:cNvPr>
          <p:cNvSpPr txBox="1"/>
          <p:nvPr/>
        </p:nvSpPr>
        <p:spPr>
          <a:xfrm>
            <a:off x="11438143" y="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945824-4BAC-149C-D997-8B09236B0774}"/>
              </a:ext>
            </a:extLst>
          </p:cNvPr>
          <p:cNvSpPr txBox="1"/>
          <p:nvPr/>
        </p:nvSpPr>
        <p:spPr>
          <a:xfrm>
            <a:off x="2144" y="5127304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0DE029B-D6E1-1079-5B81-1C324AD41EFB}"/>
              </a:ext>
            </a:extLst>
          </p:cNvPr>
          <p:cNvSpPr txBox="1"/>
          <p:nvPr/>
        </p:nvSpPr>
        <p:spPr>
          <a:xfrm>
            <a:off x="9501439" y="5184471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54855F3-F0AD-CBD5-9999-DE21E76F4764}"/>
              </a:ext>
            </a:extLst>
          </p:cNvPr>
          <p:cNvSpPr txBox="1"/>
          <p:nvPr/>
        </p:nvSpPr>
        <p:spPr>
          <a:xfrm>
            <a:off x="0" y="10486839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27D2344-D86E-AE48-6AB0-9A250D794C2F}"/>
              </a:ext>
            </a:extLst>
          </p:cNvPr>
          <p:cNvSpPr txBox="1"/>
          <p:nvPr/>
        </p:nvSpPr>
        <p:spPr>
          <a:xfrm>
            <a:off x="9715188" y="10533392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6B86237-0347-B91D-4D04-2E5256D8B6F2}"/>
              </a:ext>
            </a:extLst>
          </p:cNvPr>
          <p:cNvSpPr txBox="1"/>
          <p:nvPr/>
        </p:nvSpPr>
        <p:spPr>
          <a:xfrm>
            <a:off x="12051141" y="6579877"/>
            <a:ext cx="458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 Maximum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66F6D8A-F9E1-6C1B-DC21-AF0B0E610EC4}"/>
              </a:ext>
            </a:extLst>
          </p:cNvPr>
          <p:cNvSpPr txBox="1"/>
          <p:nvPr/>
        </p:nvSpPr>
        <p:spPr>
          <a:xfrm>
            <a:off x="12051141" y="7246316"/>
            <a:ext cx="458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NGTDM: Contrast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E1EA798-584C-050F-592F-DE7E93B7220E}"/>
              </a:ext>
            </a:extLst>
          </p:cNvPr>
          <p:cNvSpPr txBox="1"/>
          <p:nvPr/>
        </p:nvSpPr>
        <p:spPr>
          <a:xfrm>
            <a:off x="12051141" y="7866945"/>
            <a:ext cx="458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Perim/Area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B1B5F34-14D3-4E3F-8809-48D40D4F8580}"/>
              </a:ext>
            </a:extLst>
          </p:cNvPr>
          <p:cNvSpPr txBox="1"/>
          <p:nvPr/>
        </p:nvSpPr>
        <p:spPr>
          <a:xfrm>
            <a:off x="12049929" y="8522294"/>
            <a:ext cx="458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TEX(GLCM): Cluster Tendency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AE000F0-9EE5-AB67-BF65-BF40183C7417}"/>
              </a:ext>
            </a:extLst>
          </p:cNvPr>
          <p:cNvSpPr txBox="1"/>
          <p:nvPr/>
        </p:nvSpPr>
        <p:spPr>
          <a:xfrm>
            <a:off x="12051141" y="9141872"/>
            <a:ext cx="4582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INT: Energy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98E960F-CBCD-C975-14C9-7BEE40021BCE}"/>
              </a:ext>
            </a:extLst>
          </p:cNvPr>
          <p:cNvSpPr txBox="1"/>
          <p:nvPr/>
        </p:nvSpPr>
        <p:spPr>
          <a:xfrm>
            <a:off x="9402469" y="9716025"/>
            <a:ext cx="9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-1.0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328F435-4046-D187-916A-8A7F8DE11103}"/>
              </a:ext>
            </a:extLst>
          </p:cNvPr>
          <p:cNvSpPr txBox="1"/>
          <p:nvPr/>
        </p:nvSpPr>
        <p:spPr>
          <a:xfrm>
            <a:off x="10487501" y="9730579"/>
            <a:ext cx="9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-0.5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9A7E407-FEF0-70A3-7814-9966F6C783CE}"/>
              </a:ext>
            </a:extLst>
          </p:cNvPr>
          <p:cNvSpPr txBox="1"/>
          <p:nvPr/>
        </p:nvSpPr>
        <p:spPr>
          <a:xfrm>
            <a:off x="11606602" y="9719701"/>
            <a:ext cx="9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326EA2A-E2A7-A1C4-2D79-E1D9E065D7A0}"/>
              </a:ext>
            </a:extLst>
          </p:cNvPr>
          <p:cNvSpPr txBox="1"/>
          <p:nvPr/>
        </p:nvSpPr>
        <p:spPr>
          <a:xfrm>
            <a:off x="12720079" y="9715550"/>
            <a:ext cx="9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BE1AF13-7B54-F330-BD2D-012DDD589C72}"/>
              </a:ext>
            </a:extLst>
          </p:cNvPr>
          <p:cNvSpPr txBox="1"/>
          <p:nvPr/>
        </p:nvSpPr>
        <p:spPr>
          <a:xfrm>
            <a:off x="13818366" y="9718463"/>
            <a:ext cx="9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E85688C-CAF0-8169-DAF3-4C5DAB251153}"/>
              </a:ext>
            </a:extLst>
          </p:cNvPr>
          <p:cNvSpPr txBox="1"/>
          <p:nvPr/>
        </p:nvSpPr>
        <p:spPr>
          <a:xfrm>
            <a:off x="9212872" y="10156533"/>
            <a:ext cx="731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LNM-positive(raw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C3CE608-31D8-60CD-6222-A5DF1FF21A02}"/>
              </a:ext>
            </a:extLst>
          </p:cNvPr>
          <p:cNvSpPr txBox="1"/>
          <p:nvPr/>
        </p:nvSpPr>
        <p:spPr>
          <a:xfrm>
            <a:off x="9924359" y="5684001"/>
            <a:ext cx="2280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LNM-positive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0865682-7616-4D67-C864-BF8E8D630F50}"/>
              </a:ext>
            </a:extLst>
          </p:cNvPr>
          <p:cNvSpPr txBox="1"/>
          <p:nvPr/>
        </p:nvSpPr>
        <p:spPr>
          <a:xfrm>
            <a:off x="12353590" y="5687183"/>
            <a:ext cx="21539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LNM-negative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1C9895B-7E31-5457-1B80-4661C16FF1BA}"/>
              </a:ext>
            </a:extLst>
          </p:cNvPr>
          <p:cNvSpPr txBox="1"/>
          <p:nvPr/>
        </p:nvSpPr>
        <p:spPr>
          <a:xfrm>
            <a:off x="12460413" y="11928211"/>
            <a:ext cx="411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Sphericity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225AD7E-86C7-79DE-A6F2-1F406C456919}"/>
              </a:ext>
            </a:extLst>
          </p:cNvPr>
          <p:cNvSpPr txBox="1"/>
          <p:nvPr/>
        </p:nvSpPr>
        <p:spPr>
          <a:xfrm>
            <a:off x="12460413" y="12546657"/>
            <a:ext cx="411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RunEnt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601E4F9-CEC3-8995-D675-550BB3210FBA}"/>
              </a:ext>
            </a:extLst>
          </p:cNvPr>
          <p:cNvSpPr txBox="1"/>
          <p:nvPr/>
        </p:nvSpPr>
        <p:spPr>
          <a:xfrm>
            <a:off x="12460413" y="13186073"/>
            <a:ext cx="411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TEX(RLM): Gray Level V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AA6F356-1034-21AB-63E9-802A68DD2950}"/>
              </a:ext>
            </a:extLst>
          </p:cNvPr>
          <p:cNvSpPr txBox="1"/>
          <p:nvPr/>
        </p:nvSpPr>
        <p:spPr>
          <a:xfrm>
            <a:off x="12460413" y="13834266"/>
            <a:ext cx="411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TEX(GLCM): Imc1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ACA178D-6B52-DE63-8B2C-C3AC30D58179}"/>
              </a:ext>
            </a:extLst>
          </p:cNvPr>
          <p:cNvSpPr txBox="1"/>
          <p:nvPr/>
        </p:nvSpPr>
        <p:spPr>
          <a:xfrm>
            <a:off x="12460126" y="14426769"/>
            <a:ext cx="4111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TEX(GLCM): Cluster Shade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94B8004-6DEA-768B-478C-8DB3CD6E7EB2}"/>
              </a:ext>
            </a:extLst>
          </p:cNvPr>
          <p:cNvSpPr txBox="1"/>
          <p:nvPr/>
        </p:nvSpPr>
        <p:spPr>
          <a:xfrm>
            <a:off x="9695764" y="14992021"/>
            <a:ext cx="90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-1.0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C424203-FBC4-A034-7631-29243F963C37}"/>
              </a:ext>
            </a:extLst>
          </p:cNvPr>
          <p:cNvSpPr txBox="1"/>
          <p:nvPr/>
        </p:nvSpPr>
        <p:spPr>
          <a:xfrm>
            <a:off x="10801904" y="15022382"/>
            <a:ext cx="90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-0.5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ABBD627-09BF-A5E7-8C31-E101F1135A8B}"/>
              </a:ext>
            </a:extLst>
          </p:cNvPr>
          <p:cNvSpPr txBox="1"/>
          <p:nvPr/>
        </p:nvSpPr>
        <p:spPr>
          <a:xfrm>
            <a:off x="12027929" y="15022382"/>
            <a:ext cx="90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21F6CE9-3D7E-3D7D-A07A-329F773B5FBD}"/>
              </a:ext>
            </a:extLst>
          </p:cNvPr>
          <p:cNvSpPr txBox="1"/>
          <p:nvPr/>
        </p:nvSpPr>
        <p:spPr>
          <a:xfrm>
            <a:off x="13207351" y="15022382"/>
            <a:ext cx="90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694A8B4-3839-2281-B1D7-8A373AD16FE7}"/>
              </a:ext>
            </a:extLst>
          </p:cNvPr>
          <p:cNvSpPr txBox="1"/>
          <p:nvPr/>
        </p:nvSpPr>
        <p:spPr>
          <a:xfrm>
            <a:off x="14377190" y="15022382"/>
            <a:ext cx="90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CDC4076-BCDF-7832-816B-90AF8A2A084B}"/>
              </a:ext>
            </a:extLst>
          </p:cNvPr>
          <p:cNvSpPr txBox="1"/>
          <p:nvPr/>
        </p:nvSpPr>
        <p:spPr>
          <a:xfrm>
            <a:off x="9799358" y="15387851"/>
            <a:ext cx="5883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FTC(raw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96BEE51-82BE-6965-EC25-4C244CCB1B10}"/>
              </a:ext>
            </a:extLst>
          </p:cNvPr>
          <p:cNvSpPr txBox="1"/>
          <p:nvPr/>
        </p:nvSpPr>
        <p:spPr>
          <a:xfrm>
            <a:off x="10867273" y="11032716"/>
            <a:ext cx="17272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FTC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F00E531-97A7-9F6B-E419-A0604278342F}"/>
              </a:ext>
            </a:extLst>
          </p:cNvPr>
          <p:cNvSpPr txBox="1"/>
          <p:nvPr/>
        </p:nvSpPr>
        <p:spPr>
          <a:xfrm>
            <a:off x="12333427" y="11036967"/>
            <a:ext cx="21920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PTC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9C64B0E-A63E-4181-745F-50FB766B8BEE}"/>
              </a:ext>
            </a:extLst>
          </p:cNvPr>
          <p:cNvSpPr txBox="1"/>
          <p:nvPr/>
        </p:nvSpPr>
        <p:spPr>
          <a:xfrm>
            <a:off x="-39981" y="5405490"/>
            <a:ext cx="396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: Maximum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A320ABD-F2B0-1101-2CB4-48670917EDF1}"/>
              </a:ext>
            </a:extLst>
          </p:cNvPr>
          <p:cNvSpPr txBox="1"/>
          <p:nvPr/>
        </p:nvSpPr>
        <p:spPr>
          <a:xfrm>
            <a:off x="-39981" y="5820519"/>
            <a:ext cx="396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INT: Energy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66B54FA-D1E4-67C4-1BDC-25B5047501F5}"/>
              </a:ext>
            </a:extLst>
          </p:cNvPr>
          <p:cNvSpPr txBox="1"/>
          <p:nvPr/>
        </p:nvSpPr>
        <p:spPr>
          <a:xfrm>
            <a:off x="-39981" y="6244443"/>
            <a:ext cx="396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SHAPE: Elongation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F25FCFC-3FDC-6560-BE26-58915A24DD06}"/>
              </a:ext>
            </a:extLst>
          </p:cNvPr>
          <p:cNvSpPr txBox="1"/>
          <p:nvPr/>
        </p:nvSpPr>
        <p:spPr>
          <a:xfrm>
            <a:off x="-39981" y="6668368"/>
            <a:ext cx="396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TEX(GLCM): Cluster Shade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F960CAB-3E9C-CB57-7FB0-36669FDB8672}"/>
              </a:ext>
            </a:extLst>
          </p:cNvPr>
          <p:cNvSpPr txBox="1"/>
          <p:nvPr/>
        </p:nvSpPr>
        <p:spPr>
          <a:xfrm>
            <a:off x="-369501" y="7081136"/>
            <a:ext cx="43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TEX(GLCM): Cluster Tendency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C5CF7A7-971E-C70C-4348-914EF017B908}"/>
              </a:ext>
            </a:extLst>
          </p:cNvPr>
          <p:cNvSpPr txBox="1"/>
          <p:nvPr/>
        </p:nvSpPr>
        <p:spPr>
          <a:xfrm>
            <a:off x="-39981" y="7495915"/>
            <a:ext cx="396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SHAPE: Perim/Area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5159BAB-E5AF-163F-A990-B681E50A21CA}"/>
              </a:ext>
            </a:extLst>
          </p:cNvPr>
          <p:cNvSpPr txBox="1"/>
          <p:nvPr/>
        </p:nvSpPr>
        <p:spPr>
          <a:xfrm>
            <a:off x="-6703" y="7943635"/>
            <a:ext cx="396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SHAPE: Perimeter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1ED8F0B-378E-F2D8-9C15-DFFDB4AC046B}"/>
              </a:ext>
            </a:extLst>
          </p:cNvPr>
          <p:cNvSpPr txBox="1"/>
          <p:nvPr/>
        </p:nvSpPr>
        <p:spPr>
          <a:xfrm>
            <a:off x="-21487" y="8332608"/>
            <a:ext cx="396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SHAPE: Minor axis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E647C44-4DCE-A185-FFA0-FAC8E74DEBC1}"/>
              </a:ext>
            </a:extLst>
          </p:cNvPr>
          <p:cNvSpPr txBox="1"/>
          <p:nvPr/>
        </p:nvSpPr>
        <p:spPr>
          <a:xfrm>
            <a:off x="-39981" y="8761087"/>
            <a:ext cx="396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NGTDM: Contrast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3B33882-1371-6777-2B9D-445402516902}"/>
              </a:ext>
            </a:extLst>
          </p:cNvPr>
          <p:cNvSpPr txBox="1"/>
          <p:nvPr/>
        </p:nvSpPr>
        <p:spPr>
          <a:xfrm>
            <a:off x="-6125" y="9202794"/>
            <a:ext cx="396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SHAPE: Pixel Surface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F1E6E52-83B3-278D-F0AB-0169077FC163}"/>
              </a:ext>
            </a:extLst>
          </p:cNvPr>
          <p:cNvSpPr txBox="1"/>
          <p:nvPr/>
        </p:nvSpPr>
        <p:spPr>
          <a:xfrm>
            <a:off x="2926808" y="9835200"/>
            <a:ext cx="893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-1.5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C36F16F-EB4D-F507-83BD-36BCE0328534}"/>
              </a:ext>
            </a:extLst>
          </p:cNvPr>
          <p:cNvSpPr txBox="1"/>
          <p:nvPr/>
        </p:nvSpPr>
        <p:spPr>
          <a:xfrm>
            <a:off x="3799307" y="9835200"/>
            <a:ext cx="8653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-1.0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79C64A0-FC0F-3676-E73B-E64DC8009823}"/>
              </a:ext>
            </a:extLst>
          </p:cNvPr>
          <p:cNvSpPr txBox="1"/>
          <p:nvPr/>
        </p:nvSpPr>
        <p:spPr>
          <a:xfrm>
            <a:off x="4665226" y="9835621"/>
            <a:ext cx="8193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-0.5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7C6D29B-63CC-0339-7BAC-96EF2E29BCC8}"/>
              </a:ext>
            </a:extLst>
          </p:cNvPr>
          <p:cNvSpPr txBox="1"/>
          <p:nvPr/>
        </p:nvSpPr>
        <p:spPr>
          <a:xfrm>
            <a:off x="5590345" y="9835200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294EF0E-46EE-0D09-6951-57D9E293443D}"/>
              </a:ext>
            </a:extLst>
          </p:cNvPr>
          <p:cNvSpPr txBox="1"/>
          <p:nvPr/>
        </p:nvSpPr>
        <p:spPr>
          <a:xfrm>
            <a:off x="6532748" y="9835200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0EDAF4A-F901-2C96-3CCE-D3FD02BE1DA8}"/>
              </a:ext>
            </a:extLst>
          </p:cNvPr>
          <p:cNvSpPr txBox="1"/>
          <p:nvPr/>
        </p:nvSpPr>
        <p:spPr>
          <a:xfrm>
            <a:off x="7443516" y="9835200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0BA7F53-D75A-7433-DDC1-9446AEF26D2E}"/>
              </a:ext>
            </a:extLst>
          </p:cNvPr>
          <p:cNvSpPr txBox="1"/>
          <p:nvPr/>
        </p:nvSpPr>
        <p:spPr>
          <a:xfrm>
            <a:off x="8342677" y="9835200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1.5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4C6DDD6-8EC9-919A-ACA2-87820671636B}"/>
              </a:ext>
            </a:extLst>
          </p:cNvPr>
          <p:cNvSpPr txBox="1"/>
          <p:nvPr/>
        </p:nvSpPr>
        <p:spPr>
          <a:xfrm>
            <a:off x="1456607" y="10127639"/>
            <a:ext cx="7409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LNM-positive 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C98C365-8511-71B9-818F-6E5647C64004}"/>
              </a:ext>
            </a:extLst>
          </p:cNvPr>
          <p:cNvSpPr txBox="1"/>
          <p:nvPr/>
        </p:nvSpPr>
        <p:spPr>
          <a:xfrm>
            <a:off x="8858171" y="5030933"/>
            <a:ext cx="905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3FA0594F-A9DA-2D22-914B-BDB5879C2708}"/>
              </a:ext>
            </a:extLst>
          </p:cNvPr>
          <p:cNvSpPr txBox="1"/>
          <p:nvPr/>
        </p:nvSpPr>
        <p:spPr>
          <a:xfrm>
            <a:off x="8884901" y="9617933"/>
            <a:ext cx="905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AEF2E1C-C8B1-9A3C-3EDC-55D51C0B90F7}"/>
              </a:ext>
            </a:extLst>
          </p:cNvPr>
          <p:cNvSpPr txBox="1"/>
          <p:nvPr/>
        </p:nvSpPr>
        <p:spPr>
          <a:xfrm rot="16200000">
            <a:off x="7199572" y="7389275"/>
            <a:ext cx="4002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 Value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DFCA0156-C990-1ADE-4EB6-077066CE5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24" y="540623"/>
            <a:ext cx="720000" cy="731867"/>
          </a:xfrm>
          <a:prstGeom prst="rect">
            <a:avLst/>
          </a:prstGeom>
        </p:spPr>
      </p:pic>
      <p:sp>
        <p:nvSpPr>
          <p:cNvPr id="88" name="对话气泡: 圆角矩形 87">
            <a:extLst>
              <a:ext uri="{FF2B5EF4-FFF2-40B4-BE49-F238E27FC236}">
                <a16:creationId xmlns:a16="http://schemas.microsoft.com/office/drawing/2014/main" id="{B537BCE6-3802-D2ED-1ED5-7DC6CA394343}"/>
              </a:ext>
            </a:extLst>
          </p:cNvPr>
          <p:cNvSpPr/>
          <p:nvPr/>
        </p:nvSpPr>
        <p:spPr>
          <a:xfrm rot="5400000">
            <a:off x="3225842" y="-1081623"/>
            <a:ext cx="1036114" cy="3960000"/>
          </a:xfrm>
          <a:prstGeom prst="wedgeRoundRectCallout">
            <a:avLst>
              <a:gd name="adj1" fmla="val -19800"/>
              <a:gd name="adj2" fmla="val 55144"/>
              <a:gd name="adj3" fmla="val 16667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8CC766F1-7965-2DB2-23BE-C96E973B65E5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1190924" y="1272490"/>
            <a:ext cx="0" cy="64775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0A4066CF-E95E-362C-7538-33187E7CCFD9}"/>
              </a:ext>
            </a:extLst>
          </p:cNvPr>
          <p:cNvSpPr/>
          <p:nvPr/>
        </p:nvSpPr>
        <p:spPr>
          <a:xfrm>
            <a:off x="112418" y="1984320"/>
            <a:ext cx="3335213" cy="864000"/>
          </a:xfrm>
          <a:prstGeom prst="roundRect">
            <a:avLst/>
          </a:prstGeom>
          <a:solidFill>
            <a:srgbClr val="8389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ThyroidXAgent</a:t>
            </a:r>
            <a:endParaRPr lang="zh-CN" alt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43C9CAF0-24BD-58BE-2B62-219BEA06CB1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44" y="2174358"/>
            <a:ext cx="468000" cy="468000"/>
          </a:xfrm>
          <a:prstGeom prst="rect">
            <a:avLst/>
          </a:prstGeom>
        </p:spPr>
      </p:pic>
      <p:sp>
        <p:nvSpPr>
          <p:cNvPr id="92" name="矩形 91">
            <a:extLst>
              <a:ext uri="{FF2B5EF4-FFF2-40B4-BE49-F238E27FC236}">
                <a16:creationId xmlns:a16="http://schemas.microsoft.com/office/drawing/2014/main" id="{1836BD6B-13DD-20E1-517D-2E3D0D9B31CB}"/>
              </a:ext>
            </a:extLst>
          </p:cNvPr>
          <p:cNvSpPr/>
          <p:nvPr/>
        </p:nvSpPr>
        <p:spPr>
          <a:xfrm>
            <a:off x="100651" y="3405799"/>
            <a:ext cx="3960000" cy="153477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BCD17BF-D191-3FE2-B770-F8B4A1FE0991}"/>
              </a:ext>
            </a:extLst>
          </p:cNvPr>
          <p:cNvSpPr txBox="1"/>
          <p:nvPr/>
        </p:nvSpPr>
        <p:spPr>
          <a:xfrm>
            <a:off x="148916" y="3413899"/>
            <a:ext cx="395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Load data &amp; Objects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2B1DEF6F-D3B7-D738-70A5-BD0D508A8B9A}"/>
              </a:ext>
            </a:extLst>
          </p:cNvPr>
          <p:cNvSpPr txBox="1"/>
          <p:nvPr/>
        </p:nvSpPr>
        <p:spPr>
          <a:xfrm>
            <a:off x="156884" y="3819572"/>
            <a:ext cx="3960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Load </a:t>
            </a:r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AutoGluon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 predictor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Read training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Preprocess data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5" name="图片 94">
            <a:extLst>
              <a:ext uri="{FF2B5EF4-FFF2-40B4-BE49-F238E27FC236}">
                <a16:creationId xmlns:a16="http://schemas.microsoft.com/office/drawing/2014/main" id="{31623D7C-377D-7454-9EAC-15799654F2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42" y="3421992"/>
            <a:ext cx="432000" cy="432000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22349CE4-CC40-4523-D129-543C43057A6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261" y="2812625"/>
            <a:ext cx="642036" cy="642036"/>
          </a:xfrm>
          <a:prstGeom prst="rect">
            <a:avLst/>
          </a:prstGeom>
        </p:spPr>
      </p:pic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0AD5CE24-1FB2-348B-F6EC-9A8BC8F1FA68}"/>
              </a:ext>
            </a:extLst>
          </p:cNvPr>
          <p:cNvSpPr/>
          <p:nvPr/>
        </p:nvSpPr>
        <p:spPr>
          <a:xfrm>
            <a:off x="4346793" y="1562886"/>
            <a:ext cx="2700000" cy="79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Samples &amp; </a:t>
            </a:r>
          </a:p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Models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DC261CE0-03AD-EF8F-FEF1-883AC29435DB}"/>
              </a:ext>
            </a:extLst>
          </p:cNvPr>
          <p:cNvSpPr/>
          <p:nvPr/>
        </p:nvSpPr>
        <p:spPr>
          <a:xfrm>
            <a:off x="4346793" y="2517997"/>
            <a:ext cx="2700000" cy="79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Background &amp; Explain Sets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89B06503-333E-73F0-7E61-D208F55D1237}"/>
              </a:ext>
            </a:extLst>
          </p:cNvPr>
          <p:cNvSpPr/>
          <p:nvPr/>
        </p:nvSpPr>
        <p:spPr>
          <a:xfrm>
            <a:off x="8163516" y="1983600"/>
            <a:ext cx="2445563" cy="86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 Analysis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对话气泡: 圆角矩形 99">
            <a:extLst>
              <a:ext uri="{FF2B5EF4-FFF2-40B4-BE49-F238E27FC236}">
                <a16:creationId xmlns:a16="http://schemas.microsoft.com/office/drawing/2014/main" id="{DC72BB03-534E-65C8-B920-B744A31232FC}"/>
              </a:ext>
            </a:extLst>
          </p:cNvPr>
          <p:cNvSpPr/>
          <p:nvPr/>
        </p:nvSpPr>
        <p:spPr>
          <a:xfrm>
            <a:off x="6169306" y="297094"/>
            <a:ext cx="5127585" cy="1160998"/>
          </a:xfrm>
          <a:prstGeom prst="wedgeRoundRectCallout">
            <a:avLst>
              <a:gd name="adj1" fmla="val 20905"/>
              <a:gd name="adj2" fmla="val 82045"/>
              <a:gd name="adj3" fmla="val 16667"/>
            </a:avLst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588DD6B2-8790-545D-2621-EB09CA827C10}"/>
              </a:ext>
            </a:extLst>
          </p:cNvPr>
          <p:cNvSpPr/>
          <p:nvPr/>
        </p:nvSpPr>
        <p:spPr>
          <a:xfrm>
            <a:off x="6510646" y="47287"/>
            <a:ext cx="3569474" cy="462021"/>
          </a:xfrm>
          <a:prstGeom prst="roundRect">
            <a:avLst/>
          </a:prstGeom>
          <a:solidFill>
            <a:srgbClr val="8389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Compute &amp; Visualize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E844F003-1481-2AB3-9A94-9F6586C26266}"/>
              </a:ext>
            </a:extLst>
          </p:cNvPr>
          <p:cNvCxnSpPr>
            <a:cxnSpLocks/>
            <a:stCxn id="90" idx="3"/>
            <a:endCxn id="97" idx="1"/>
          </p:cNvCxnSpPr>
          <p:nvPr/>
        </p:nvCxnSpPr>
        <p:spPr>
          <a:xfrm flipV="1">
            <a:off x="3447631" y="1958886"/>
            <a:ext cx="899162" cy="457434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连接符: 肘形 102">
            <a:extLst>
              <a:ext uri="{FF2B5EF4-FFF2-40B4-BE49-F238E27FC236}">
                <a16:creationId xmlns:a16="http://schemas.microsoft.com/office/drawing/2014/main" id="{DB9AC385-027B-7AF5-42B3-7BA206E1CE7F}"/>
              </a:ext>
            </a:extLst>
          </p:cNvPr>
          <p:cNvCxnSpPr>
            <a:cxnSpLocks/>
            <a:stCxn id="90" idx="3"/>
            <a:endCxn id="98" idx="1"/>
          </p:cNvCxnSpPr>
          <p:nvPr/>
        </p:nvCxnSpPr>
        <p:spPr>
          <a:xfrm>
            <a:off x="3447631" y="2416320"/>
            <a:ext cx="899162" cy="497677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649C07E4-0782-7213-B16F-8EC586DDC748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>
            <a:off x="7046793" y="1958886"/>
            <a:ext cx="1116723" cy="456714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2FE5238C-0F77-5A48-15EE-60A9033F33AA}"/>
              </a:ext>
            </a:extLst>
          </p:cNvPr>
          <p:cNvCxnSpPr>
            <a:cxnSpLocks/>
            <a:stCxn id="98" idx="3"/>
            <a:endCxn id="99" idx="1"/>
          </p:cNvCxnSpPr>
          <p:nvPr/>
        </p:nvCxnSpPr>
        <p:spPr>
          <a:xfrm flipV="1">
            <a:off x="7046793" y="2415600"/>
            <a:ext cx="1116723" cy="498397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图片 105">
            <a:extLst>
              <a:ext uri="{FF2B5EF4-FFF2-40B4-BE49-F238E27FC236}">
                <a16:creationId xmlns:a16="http://schemas.microsoft.com/office/drawing/2014/main" id="{32B6BAC4-1B79-76D5-7AD9-1D32903982A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114" y="42367"/>
            <a:ext cx="471862" cy="471862"/>
          </a:xfrm>
          <a:prstGeom prst="rect">
            <a:avLst/>
          </a:prstGeom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91B81AE5-FA35-43A7-1CB7-0FC411FEB220}"/>
              </a:ext>
            </a:extLst>
          </p:cNvPr>
          <p:cNvSpPr txBox="1"/>
          <p:nvPr/>
        </p:nvSpPr>
        <p:spPr>
          <a:xfrm>
            <a:off x="6152815" y="452148"/>
            <a:ext cx="52552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Compute SHAP values, feature importance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Visualize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Beeswarm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Waterfall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Write Analysis summary</a:t>
            </a: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67147CA7-BBA3-386C-2A9E-E653A3325CEB}"/>
              </a:ext>
            </a:extLst>
          </p:cNvPr>
          <p:cNvSpPr/>
          <p:nvPr/>
        </p:nvSpPr>
        <p:spPr>
          <a:xfrm>
            <a:off x="4664624" y="3497047"/>
            <a:ext cx="6597544" cy="1443179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9" name="图片 108">
            <a:extLst>
              <a:ext uri="{FF2B5EF4-FFF2-40B4-BE49-F238E27FC236}">
                <a16:creationId xmlns:a16="http://schemas.microsoft.com/office/drawing/2014/main" id="{BAEDAA29-6491-51C6-23A1-BAF1DA708896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22" y="3672000"/>
            <a:ext cx="540000" cy="540000"/>
          </a:xfrm>
          <a:prstGeom prst="rect">
            <a:avLst/>
          </a:prstGeom>
        </p:spPr>
      </p:pic>
      <p:sp>
        <p:nvSpPr>
          <p:cNvPr id="110" name="文本框 109">
            <a:extLst>
              <a:ext uri="{FF2B5EF4-FFF2-40B4-BE49-F238E27FC236}">
                <a16:creationId xmlns:a16="http://schemas.microsoft.com/office/drawing/2014/main" id="{C3B0A8E3-6F48-BF42-898D-F2603D31B011}"/>
              </a:ext>
            </a:extLst>
          </p:cNvPr>
          <p:cNvSpPr txBox="1"/>
          <p:nvPr/>
        </p:nvSpPr>
        <p:spPr>
          <a:xfrm>
            <a:off x="4438320" y="4212000"/>
            <a:ext cx="14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SHAP </a:t>
            </a:r>
          </a:p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1" name="图片 110">
            <a:extLst>
              <a:ext uri="{FF2B5EF4-FFF2-40B4-BE49-F238E27FC236}">
                <a16:creationId xmlns:a16="http://schemas.microsoft.com/office/drawing/2014/main" id="{574C283E-3AC4-1248-6510-3CCDBB930293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12" y="3672000"/>
            <a:ext cx="540000" cy="540000"/>
          </a:xfrm>
          <a:prstGeom prst="rect">
            <a:avLst/>
          </a:prstGeom>
        </p:spPr>
      </p:pic>
      <p:sp>
        <p:nvSpPr>
          <p:cNvPr id="112" name="文本框 111">
            <a:extLst>
              <a:ext uri="{FF2B5EF4-FFF2-40B4-BE49-F238E27FC236}">
                <a16:creationId xmlns:a16="http://schemas.microsoft.com/office/drawing/2014/main" id="{A4E80499-DD4D-084C-5D3D-6CF3AA580181}"/>
              </a:ext>
            </a:extLst>
          </p:cNvPr>
          <p:cNvSpPr txBox="1"/>
          <p:nvPr/>
        </p:nvSpPr>
        <p:spPr>
          <a:xfrm>
            <a:off x="5736072" y="4212000"/>
            <a:ext cx="1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</a:p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Importance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3" name="图片 112">
            <a:extLst>
              <a:ext uri="{FF2B5EF4-FFF2-40B4-BE49-F238E27FC236}">
                <a16:creationId xmlns:a16="http://schemas.microsoft.com/office/drawing/2014/main" id="{9CFAC332-9C68-F722-DA7C-F8A46F9D781A}"/>
              </a:ext>
            </a:extLst>
          </p:cNvPr>
          <p:cNvPicPr>
            <a:picLocks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668" y="3672000"/>
            <a:ext cx="540000" cy="540000"/>
          </a:xfrm>
          <a:prstGeom prst="rect">
            <a:avLst/>
          </a:prstGeom>
        </p:spPr>
      </p:pic>
      <p:sp>
        <p:nvSpPr>
          <p:cNvPr id="114" name="文本框 113">
            <a:extLst>
              <a:ext uri="{FF2B5EF4-FFF2-40B4-BE49-F238E27FC236}">
                <a16:creationId xmlns:a16="http://schemas.microsoft.com/office/drawing/2014/main" id="{3F8491D7-8CE6-5FF6-F592-2A6A4C392F02}"/>
              </a:ext>
            </a:extLst>
          </p:cNvPr>
          <p:cNvSpPr txBox="1"/>
          <p:nvPr/>
        </p:nvSpPr>
        <p:spPr>
          <a:xfrm>
            <a:off x="8558794" y="4212000"/>
            <a:ext cx="14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Waterfall</a:t>
            </a:r>
          </a:p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Plots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33A9B25A-8CEE-481C-E1F6-251040C9DA1F}"/>
              </a:ext>
            </a:extLst>
          </p:cNvPr>
          <p:cNvPicPr>
            <a:picLocks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739" y="3672000"/>
            <a:ext cx="540000" cy="540000"/>
          </a:xfrm>
          <a:prstGeom prst="rect">
            <a:avLst/>
          </a:prstGeom>
        </p:spPr>
      </p:pic>
      <p:sp>
        <p:nvSpPr>
          <p:cNvPr id="116" name="文本框 115">
            <a:extLst>
              <a:ext uri="{FF2B5EF4-FFF2-40B4-BE49-F238E27FC236}">
                <a16:creationId xmlns:a16="http://schemas.microsoft.com/office/drawing/2014/main" id="{AA9079A6-C7F2-9098-E3D8-5AF40957B5CF}"/>
              </a:ext>
            </a:extLst>
          </p:cNvPr>
          <p:cNvSpPr txBox="1"/>
          <p:nvPr/>
        </p:nvSpPr>
        <p:spPr>
          <a:xfrm>
            <a:off x="9869212" y="4212000"/>
            <a:ext cx="14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6FC45C6-6B87-6611-262B-454F4B11544F}"/>
              </a:ext>
            </a:extLst>
          </p:cNvPr>
          <p:cNvSpPr txBox="1"/>
          <p:nvPr/>
        </p:nvSpPr>
        <p:spPr>
          <a:xfrm>
            <a:off x="8677804" y="2901831"/>
            <a:ext cx="1653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Outputs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96041B53-6683-1D36-351A-78786194B358}"/>
              </a:ext>
            </a:extLst>
          </p:cNvPr>
          <p:cNvSpPr txBox="1"/>
          <p:nvPr/>
        </p:nvSpPr>
        <p:spPr>
          <a:xfrm>
            <a:off x="7197390" y="4212000"/>
            <a:ext cx="14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Beeswarm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Plots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F7DDF6D5-9014-CE5C-3784-ADC9F4B14ADE}"/>
              </a:ext>
            </a:extLst>
          </p:cNvPr>
          <p:cNvSpPr txBox="1"/>
          <p:nvPr/>
        </p:nvSpPr>
        <p:spPr>
          <a:xfrm>
            <a:off x="1798333" y="-30074"/>
            <a:ext cx="1682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Human Input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4D09C032-231B-7F39-6F3E-CCC8E88F26F6}"/>
              </a:ext>
            </a:extLst>
          </p:cNvPr>
          <p:cNvSpPr txBox="1"/>
          <p:nvPr/>
        </p:nvSpPr>
        <p:spPr>
          <a:xfrm>
            <a:off x="1809787" y="404735"/>
            <a:ext cx="396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Use SHAP to identify the most important radiomic features for benign–malignant classification.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A4E63B7B-256D-235C-461B-E91A989AB376}"/>
              </a:ext>
            </a:extLst>
          </p:cNvPr>
          <p:cNvPicPr>
            <a:picLocks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3" t="14166" r="8998" b="17860"/>
          <a:stretch>
            <a:fillRect/>
          </a:stretch>
        </p:blipFill>
        <p:spPr>
          <a:xfrm>
            <a:off x="7614341" y="3672000"/>
            <a:ext cx="540000" cy="540000"/>
          </a:xfrm>
          <a:prstGeom prst="rect">
            <a:avLst/>
          </a:prstGeom>
        </p:spPr>
      </p:pic>
      <p:pic>
        <p:nvPicPr>
          <p:cNvPr id="122" name="图片 121">
            <a:extLst>
              <a:ext uri="{FF2B5EF4-FFF2-40B4-BE49-F238E27FC236}">
                <a16:creationId xmlns:a16="http://schemas.microsoft.com/office/drawing/2014/main" id="{66098AA2-C3F2-0AE6-0D6B-F76C4F588DF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48" r="6473"/>
          <a:stretch>
            <a:fillRect/>
          </a:stretch>
        </p:blipFill>
        <p:spPr>
          <a:xfrm>
            <a:off x="9957179" y="2797910"/>
            <a:ext cx="333416" cy="766849"/>
          </a:xfrm>
          <a:prstGeom prst="rect">
            <a:avLst/>
          </a:prstGeom>
        </p:spPr>
      </p:pic>
      <p:pic>
        <p:nvPicPr>
          <p:cNvPr id="188" name="图形 187">
            <a:extLst>
              <a:ext uri="{FF2B5EF4-FFF2-40B4-BE49-F238E27FC236}">
                <a16:creationId xmlns:a16="http://schemas.microsoft.com/office/drawing/2014/main" id="{9DCFFB19-B6CC-BA8A-3D70-59BA2F7E35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659436" y="6123"/>
            <a:ext cx="6105525" cy="4981575"/>
          </a:xfrm>
          <a:prstGeom prst="rect">
            <a:avLst/>
          </a:prstGeom>
        </p:spPr>
      </p:pic>
      <p:sp>
        <p:nvSpPr>
          <p:cNvPr id="189" name="文本框 188">
            <a:extLst>
              <a:ext uri="{FF2B5EF4-FFF2-40B4-BE49-F238E27FC236}">
                <a16:creationId xmlns:a16="http://schemas.microsoft.com/office/drawing/2014/main" id="{6F276A5F-3499-1820-40EF-4FAD81E02559}"/>
              </a:ext>
            </a:extLst>
          </p:cNvPr>
          <p:cNvSpPr txBox="1"/>
          <p:nvPr/>
        </p:nvSpPr>
        <p:spPr>
          <a:xfrm>
            <a:off x="18182076" y="151837"/>
            <a:ext cx="2070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3EEBE3E6-E96D-C37E-A538-D9E793E9CA86}"/>
              </a:ext>
            </a:extLst>
          </p:cNvPr>
          <p:cNvSpPr txBox="1"/>
          <p:nvPr/>
        </p:nvSpPr>
        <p:spPr>
          <a:xfrm>
            <a:off x="18182076" y="576892"/>
            <a:ext cx="2299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ThyroidXAgent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FBCED3EA-7FA9-A0B3-922E-08B6264CAA59}"/>
              </a:ext>
            </a:extLst>
          </p:cNvPr>
          <p:cNvSpPr txBox="1"/>
          <p:nvPr/>
        </p:nvSpPr>
        <p:spPr>
          <a:xfrm>
            <a:off x="16758026" y="42197"/>
            <a:ext cx="1273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54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0.786</a:t>
            </a:r>
            <a:endParaRPr lang="zh-CN" altLang="en-US" sz="2400" dirty="0">
              <a:solidFill>
                <a:srgbClr val="F5481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0456092B-6A3B-CAAA-11D0-FA478058AF8A}"/>
              </a:ext>
            </a:extLst>
          </p:cNvPr>
          <p:cNvSpPr txBox="1"/>
          <p:nvPr/>
        </p:nvSpPr>
        <p:spPr>
          <a:xfrm>
            <a:off x="17331050" y="1364950"/>
            <a:ext cx="1273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54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0.805</a:t>
            </a:r>
            <a:endParaRPr lang="zh-CN" altLang="en-US" sz="2400" dirty="0">
              <a:solidFill>
                <a:srgbClr val="F5481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EE2BBA0E-3E63-DA01-90F1-14D8548398CA}"/>
              </a:ext>
            </a:extLst>
          </p:cNvPr>
          <p:cNvSpPr txBox="1"/>
          <p:nvPr/>
        </p:nvSpPr>
        <p:spPr>
          <a:xfrm>
            <a:off x="19604858" y="2657302"/>
            <a:ext cx="1273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54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0.881</a:t>
            </a:r>
            <a:endParaRPr lang="zh-CN" altLang="en-US" sz="2400" dirty="0">
              <a:solidFill>
                <a:srgbClr val="F5481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7E3BF89C-3316-4AFD-EDA8-5BB6B231E727}"/>
              </a:ext>
            </a:extLst>
          </p:cNvPr>
          <p:cNvSpPr txBox="1"/>
          <p:nvPr/>
        </p:nvSpPr>
        <p:spPr>
          <a:xfrm>
            <a:off x="19104401" y="3992326"/>
            <a:ext cx="1273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54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0.864</a:t>
            </a:r>
            <a:endParaRPr lang="zh-CN" altLang="en-US" sz="2400" dirty="0">
              <a:solidFill>
                <a:srgbClr val="F5481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E29F8363-B518-D2F7-0C38-F558FC06F8F1}"/>
              </a:ext>
            </a:extLst>
          </p:cNvPr>
          <p:cNvSpPr txBox="1"/>
          <p:nvPr/>
        </p:nvSpPr>
        <p:spPr>
          <a:xfrm>
            <a:off x="15860390" y="1364950"/>
            <a:ext cx="1273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2F6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+12.9%</a:t>
            </a:r>
            <a:endParaRPr lang="zh-CN" altLang="en-US" sz="2400" dirty="0">
              <a:solidFill>
                <a:srgbClr val="2F6B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571085E6-7AE7-F6BE-CB5B-965CFC283383}"/>
              </a:ext>
            </a:extLst>
          </p:cNvPr>
          <p:cNvSpPr txBox="1"/>
          <p:nvPr/>
        </p:nvSpPr>
        <p:spPr>
          <a:xfrm>
            <a:off x="15533408" y="42990"/>
            <a:ext cx="1273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2F6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+10.5%</a:t>
            </a:r>
            <a:endParaRPr lang="zh-CN" altLang="en-US" sz="2400" dirty="0">
              <a:solidFill>
                <a:srgbClr val="2F6B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4DCC079A-376E-8369-B5E8-C4BE5DC9F219}"/>
              </a:ext>
            </a:extLst>
          </p:cNvPr>
          <p:cNvSpPr txBox="1"/>
          <p:nvPr/>
        </p:nvSpPr>
        <p:spPr>
          <a:xfrm>
            <a:off x="17392010" y="2656590"/>
            <a:ext cx="1273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2F6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+19.6%</a:t>
            </a:r>
            <a:endParaRPr lang="zh-CN" altLang="en-US" sz="2400" dirty="0">
              <a:solidFill>
                <a:srgbClr val="2F6B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DEA4C240-39B1-AF52-C2D2-E62DD24244B4}"/>
              </a:ext>
            </a:extLst>
          </p:cNvPr>
          <p:cNvSpPr txBox="1"/>
          <p:nvPr/>
        </p:nvSpPr>
        <p:spPr>
          <a:xfrm>
            <a:off x="17635850" y="3992190"/>
            <a:ext cx="1273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2F6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+12.7%</a:t>
            </a:r>
            <a:endParaRPr lang="zh-CN" altLang="en-US" sz="2400" dirty="0">
              <a:solidFill>
                <a:srgbClr val="2F6B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B5D725CA-236F-01A5-0276-28FB945F5538}"/>
              </a:ext>
            </a:extLst>
          </p:cNvPr>
          <p:cNvSpPr txBox="1"/>
          <p:nvPr/>
        </p:nvSpPr>
        <p:spPr>
          <a:xfrm>
            <a:off x="11736879" y="115327"/>
            <a:ext cx="3496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FTC/PTC Subtype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(Tiger-Model) AUROC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22EF23E5-CE04-2F32-D681-037D6F1001DB}"/>
              </a:ext>
            </a:extLst>
          </p:cNvPr>
          <p:cNvSpPr txBox="1"/>
          <p:nvPr/>
        </p:nvSpPr>
        <p:spPr>
          <a:xfrm>
            <a:off x="11736000" y="1401835"/>
            <a:ext cx="3496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FTC/PTC Subtype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(Tiger-Model) AUPRC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AD9FA10B-1ACC-64ED-1DAD-C4DDCC87F465}"/>
              </a:ext>
            </a:extLst>
          </p:cNvPr>
          <p:cNvSpPr txBox="1"/>
          <p:nvPr/>
        </p:nvSpPr>
        <p:spPr>
          <a:xfrm>
            <a:off x="11736000" y="2721762"/>
            <a:ext cx="3496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Lymph Node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Metastatis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(LLNM-Net) AUROC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876D8FC0-3B7E-3852-1BAD-758942E2BADD}"/>
              </a:ext>
            </a:extLst>
          </p:cNvPr>
          <p:cNvSpPr txBox="1"/>
          <p:nvPr/>
        </p:nvSpPr>
        <p:spPr>
          <a:xfrm>
            <a:off x="11736000" y="3871690"/>
            <a:ext cx="3496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Lymph Node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Metastatis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(LLNM-Net) AUPRC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D0E8E658-9289-943A-B685-FAEE8F7B3FA6}"/>
              </a:ext>
            </a:extLst>
          </p:cNvPr>
          <p:cNvSpPr txBox="1"/>
          <p:nvPr/>
        </p:nvSpPr>
        <p:spPr>
          <a:xfrm>
            <a:off x="14538489" y="4851216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0.70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6CC4AF11-A00A-3B7E-13BA-975BAB09E5E6}"/>
              </a:ext>
            </a:extLst>
          </p:cNvPr>
          <p:cNvSpPr txBox="1"/>
          <p:nvPr/>
        </p:nvSpPr>
        <p:spPr>
          <a:xfrm>
            <a:off x="15952494" y="4851217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BBA6F4DF-FE6D-DEAE-8A63-AC6749C23AEA}"/>
              </a:ext>
            </a:extLst>
          </p:cNvPr>
          <p:cNvSpPr txBox="1"/>
          <p:nvPr/>
        </p:nvSpPr>
        <p:spPr>
          <a:xfrm>
            <a:off x="17446014" y="4895186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0.80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1D36A1F2-D9C4-4E00-E7F1-FFAEBAAC2417}"/>
              </a:ext>
            </a:extLst>
          </p:cNvPr>
          <p:cNvSpPr txBox="1"/>
          <p:nvPr/>
        </p:nvSpPr>
        <p:spPr>
          <a:xfrm>
            <a:off x="18861305" y="4903049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0.85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00942FA9-A898-A928-BE3E-9E9E2B10FC18}"/>
              </a:ext>
            </a:extLst>
          </p:cNvPr>
          <p:cNvSpPr txBox="1"/>
          <p:nvPr/>
        </p:nvSpPr>
        <p:spPr>
          <a:xfrm>
            <a:off x="20243695" y="4888673"/>
            <a:ext cx="9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0.90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C27E6687-FA69-C52D-39F5-E05B8C7DED09}"/>
              </a:ext>
            </a:extLst>
          </p:cNvPr>
          <p:cNvSpPr txBox="1"/>
          <p:nvPr/>
        </p:nvSpPr>
        <p:spPr>
          <a:xfrm>
            <a:off x="16820456" y="5149467"/>
            <a:ext cx="3065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Metric Score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D12463-5C1B-2973-8867-291A19C865B1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0286" y="10872955"/>
            <a:ext cx="4417200" cy="48240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152ADCAE-593D-6234-52C3-B1401FFAC20E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0400" y="5713200"/>
            <a:ext cx="4417200" cy="4824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02D03F4-B3A1-DAE3-68D9-59B909383D02}"/>
              </a:ext>
            </a:extLst>
          </p:cNvPr>
          <p:cNvSpPr txBox="1"/>
          <p:nvPr/>
        </p:nvSpPr>
        <p:spPr>
          <a:xfrm>
            <a:off x="16454919" y="5735958"/>
            <a:ext cx="2576793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</a:rPr>
              <a:t>LNM-negative</a:t>
            </a: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F056C03-25C4-068C-23CA-D46DCA48D6AE}"/>
              </a:ext>
            </a:extLst>
          </p:cNvPr>
          <p:cNvSpPr txBox="1"/>
          <p:nvPr/>
        </p:nvSpPr>
        <p:spPr>
          <a:xfrm>
            <a:off x="16448565" y="10882772"/>
            <a:ext cx="965676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</a:rPr>
              <a:t>FTC</a:t>
            </a: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983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</TotalTime>
  <Words>335</Words>
  <Application>Microsoft Macintosh PowerPoint</Application>
  <PresentationFormat>自定义</PresentationFormat>
  <Paragraphs>130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小路 绫</dc:creator>
  <cp:lastModifiedBy>T210463</cp:lastModifiedBy>
  <cp:revision>6</cp:revision>
  <dcterms:created xsi:type="dcterms:W3CDTF">2026-06-09T13:44:57Z</dcterms:created>
  <dcterms:modified xsi:type="dcterms:W3CDTF">2026-06-19T09:16:59Z</dcterms:modified>
</cp:coreProperties>
</file>