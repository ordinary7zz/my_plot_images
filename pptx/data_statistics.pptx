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2"/>
    <p:restoredTop sz="94491"/>
  </p:normalViewPr>
  <p:slideViewPr>
    <p:cSldViewPr snapToGrid="0">
      <p:cViewPr varScale="1">
        <p:scale>
          <a:sx n="44" d="100"/>
          <a:sy n="44" d="100"/>
        </p:scale>
        <p:origin x="416" y="264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33511" y="12039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33261" y="326504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87F963BA-29A9-E78F-06F1-86774CC9CD5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32078" y="1535736"/>
            <a:ext cx="4320000" cy="4320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33510" y="568262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图形 14">
            <a:extLst>
              <a:ext uri="{FF2B5EF4-FFF2-40B4-BE49-F238E27FC236}">
                <a16:creationId xmlns:a16="http://schemas.microsoft.com/office/drawing/2014/main" id="{394C0F7B-F2FA-1A02-A034-E2077011D6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9492" y="1535423"/>
            <a:ext cx="4796972" cy="4320000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597978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59927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093565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图形 28">
            <a:extLst>
              <a:ext uri="{FF2B5EF4-FFF2-40B4-BE49-F238E27FC236}">
                <a16:creationId xmlns:a16="http://schemas.microsoft.com/office/drawing/2014/main" id="{28FC69DE-1118-3BCF-B9E0-EC3CAD5F69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88691" y="1537200"/>
            <a:ext cx="4796972" cy="4320000"/>
          </a:xfrm>
          <a:prstGeom prst="rect">
            <a:avLst/>
          </a:prstGeom>
        </p:spPr>
      </p:pic>
      <p:pic>
        <p:nvPicPr>
          <p:cNvPr id="31" name="图形 30">
            <a:extLst>
              <a:ext uri="{FF2B5EF4-FFF2-40B4-BE49-F238E27FC236}">
                <a16:creationId xmlns:a16="http://schemas.microsoft.com/office/drawing/2014/main" id="{6F7C5664-B9D4-F5DD-5BAB-217A31A74D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1600" y="1537200"/>
            <a:ext cx="4320000" cy="4320000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868692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33160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346351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3973177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868691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3315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33509" y="6121826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533263" y="818296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33508" y="1060054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597976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59927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093563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868690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33158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346349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3973175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868689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3315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33509" y="1113963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533263" y="132007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33508" y="1561835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597976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59927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093563" y="13231863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868690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33158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346349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3973175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868689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3315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7" name="图形 86">
            <a:extLst>
              <a:ext uri="{FF2B5EF4-FFF2-40B4-BE49-F238E27FC236}">
                <a16:creationId xmlns:a16="http://schemas.microsoft.com/office/drawing/2014/main" id="{2CC1C2FA-7907-6F52-4931-872980F7B35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33806" y="6451896"/>
            <a:ext cx="4320000" cy="4320000"/>
          </a:xfrm>
          <a:prstGeom prst="rect">
            <a:avLst/>
          </a:prstGeom>
        </p:spPr>
      </p:pic>
      <p:pic>
        <p:nvPicPr>
          <p:cNvPr id="89" name="图形 88">
            <a:extLst>
              <a:ext uri="{FF2B5EF4-FFF2-40B4-BE49-F238E27FC236}">
                <a16:creationId xmlns:a16="http://schemas.microsoft.com/office/drawing/2014/main" id="{945F590A-C05F-532C-BCC5-4A285F92C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9806" y="6451896"/>
            <a:ext cx="4637444" cy="4320000"/>
          </a:xfrm>
          <a:prstGeom prst="rect">
            <a:avLst/>
          </a:prstGeom>
        </p:spPr>
      </p:pic>
      <p:pic>
        <p:nvPicPr>
          <p:cNvPr id="91" name="图形 90">
            <a:extLst>
              <a:ext uri="{FF2B5EF4-FFF2-40B4-BE49-F238E27FC236}">
                <a16:creationId xmlns:a16="http://schemas.microsoft.com/office/drawing/2014/main" id="{2845996C-5DA1-168E-2C53-E3AB47FFD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189006" y="6451896"/>
            <a:ext cx="4796972" cy="4320000"/>
          </a:xfrm>
          <a:prstGeom prst="rect">
            <a:avLst/>
          </a:prstGeom>
        </p:spPr>
      </p:pic>
      <p:pic>
        <p:nvPicPr>
          <p:cNvPr id="93" name="图形 92">
            <a:extLst>
              <a:ext uri="{FF2B5EF4-FFF2-40B4-BE49-F238E27FC236}">
                <a16:creationId xmlns:a16="http://schemas.microsoft.com/office/drawing/2014/main" id="{0E1870EC-7C40-51A2-1FC4-DFECFD877F7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31600" y="6451896"/>
            <a:ext cx="4320000" cy="4320000"/>
          </a:xfrm>
          <a:prstGeom prst="rect">
            <a:avLst/>
          </a:prstGeom>
        </p:spPr>
      </p:pic>
      <p:pic>
        <p:nvPicPr>
          <p:cNvPr id="95" name="图形 94">
            <a:extLst>
              <a:ext uri="{FF2B5EF4-FFF2-40B4-BE49-F238E27FC236}">
                <a16:creationId xmlns:a16="http://schemas.microsoft.com/office/drawing/2014/main" id="{7C0A8AEE-DE8F-D914-518E-BA67F31B53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9806" y="11470296"/>
            <a:ext cx="4796972" cy="4320000"/>
          </a:xfrm>
          <a:prstGeom prst="rect">
            <a:avLst/>
          </a:prstGeom>
        </p:spPr>
      </p:pic>
      <p:pic>
        <p:nvPicPr>
          <p:cNvPr id="97" name="图形 96">
            <a:extLst>
              <a:ext uri="{FF2B5EF4-FFF2-40B4-BE49-F238E27FC236}">
                <a16:creationId xmlns:a16="http://schemas.microsoft.com/office/drawing/2014/main" id="{FBA23BD5-E9D7-D795-9CFF-2E56F7FB020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33806" y="11470296"/>
            <a:ext cx="4320000" cy="4320000"/>
          </a:xfrm>
          <a:prstGeom prst="rect">
            <a:avLst/>
          </a:prstGeom>
        </p:spPr>
      </p:pic>
      <p:pic>
        <p:nvPicPr>
          <p:cNvPr id="99" name="图形 98">
            <a:extLst>
              <a:ext uri="{FF2B5EF4-FFF2-40B4-BE49-F238E27FC236}">
                <a16:creationId xmlns:a16="http://schemas.microsoft.com/office/drawing/2014/main" id="{0584D1E6-24A1-EEBA-39BB-E559833BF8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631406" y="11470296"/>
            <a:ext cx="4320000" cy="4320000"/>
          </a:xfrm>
          <a:prstGeom prst="rect">
            <a:avLst/>
          </a:prstGeom>
        </p:spPr>
      </p:pic>
      <p:pic>
        <p:nvPicPr>
          <p:cNvPr id="101" name="图形 100">
            <a:extLst>
              <a:ext uri="{FF2B5EF4-FFF2-40B4-BE49-F238E27FC236}">
                <a16:creationId xmlns:a16="http://schemas.microsoft.com/office/drawing/2014/main" id="{EB458EE7-55F7-9AAA-FD4A-E9376DDAD0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189006" y="11470296"/>
            <a:ext cx="4796972" cy="4320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267200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267200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267200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1349478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1349478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1349478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4029" cy="1244250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1,248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4601E97-FB28-6D8B-E3EE-9D3B8A6CD04D}"/>
              </a:ext>
            </a:extLst>
          </p:cNvPr>
          <p:cNvSpPr txBox="1"/>
          <p:nvPr/>
        </p:nvSpPr>
        <p:spPr>
          <a:xfrm>
            <a:off x="2209800" y="1392366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Counts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</TotalTime>
  <Words>176</Words>
  <Application>Microsoft Macintosh PowerPoint</Application>
  <PresentationFormat>自定义</PresentationFormat>
  <Paragraphs>66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13</cp:revision>
  <dcterms:created xsi:type="dcterms:W3CDTF">2026-06-19T09:16:22Z</dcterms:created>
  <dcterms:modified xsi:type="dcterms:W3CDTF">2026-06-19T13:38:46Z</dcterms:modified>
</cp:coreProperties>
</file>