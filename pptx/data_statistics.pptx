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</p:sldIdLst>
  <p:sldSz cx="23760113" cy="180006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34"/>
    <p:restoredTop sz="94682"/>
  </p:normalViewPr>
  <p:slideViewPr>
    <p:cSldViewPr snapToGrid="0">
      <p:cViewPr>
        <p:scale>
          <a:sx n="95" d="100"/>
          <a:sy n="95" d="100"/>
        </p:scale>
        <p:origin x="144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82009" y="2945943"/>
            <a:ext cx="20196096" cy="6266897"/>
          </a:xfrm>
        </p:spPr>
        <p:txBody>
          <a:bodyPr anchor="b"/>
          <a:lstStyle>
            <a:lvl1pPr algn="ctr">
              <a:defRPr sz="1559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970014" y="9454516"/>
            <a:ext cx="17820085" cy="4345992"/>
          </a:xfrm>
        </p:spPr>
        <p:txBody>
          <a:bodyPr/>
          <a:lstStyle>
            <a:lvl1pPr marL="0" indent="0" algn="ctr">
              <a:buNone/>
              <a:defRPr sz="6236"/>
            </a:lvl1pPr>
            <a:lvl2pPr marL="1187988" indent="0" algn="ctr">
              <a:buNone/>
              <a:defRPr sz="5197"/>
            </a:lvl2pPr>
            <a:lvl3pPr marL="2375977" indent="0" algn="ctr">
              <a:buNone/>
              <a:defRPr sz="4677"/>
            </a:lvl3pPr>
            <a:lvl4pPr marL="3563965" indent="0" algn="ctr">
              <a:buNone/>
              <a:defRPr sz="4157"/>
            </a:lvl4pPr>
            <a:lvl5pPr marL="4751954" indent="0" algn="ctr">
              <a:buNone/>
              <a:defRPr sz="4157"/>
            </a:lvl5pPr>
            <a:lvl6pPr marL="5939942" indent="0" algn="ctr">
              <a:buNone/>
              <a:defRPr sz="4157"/>
            </a:lvl6pPr>
            <a:lvl7pPr marL="7127931" indent="0" algn="ctr">
              <a:buNone/>
              <a:defRPr sz="4157"/>
            </a:lvl7pPr>
            <a:lvl8pPr marL="8315919" indent="0" algn="ctr">
              <a:buNone/>
              <a:defRPr sz="4157"/>
            </a:lvl8pPr>
            <a:lvl9pPr marL="9503908" indent="0" algn="ctr">
              <a:buNone/>
              <a:defRPr sz="4157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CD986-F6E6-0842-93B7-4A1320D84B6C}" type="datetimeFigureOut">
              <a:rPr kumimoji="1" lang="zh-CN" altLang="en-US" smtClean="0"/>
              <a:t>2026/6/19</a:t>
            </a:fld>
            <a:endParaRPr kumimoji="1"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F5B804-AAB6-D349-B9DE-1C58CB3723C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8828319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CD986-F6E6-0842-93B7-4A1320D84B6C}" type="datetimeFigureOut">
              <a:rPr kumimoji="1" lang="zh-CN" altLang="en-US" smtClean="0"/>
              <a:t>2026/6/19</a:t>
            </a:fld>
            <a:endParaRPr kumimoji="1"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F5B804-AAB6-D349-B9DE-1C58CB3723C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6524205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21134" y="4487671"/>
            <a:ext cx="20493097" cy="7487774"/>
          </a:xfrm>
        </p:spPr>
        <p:txBody>
          <a:bodyPr anchor="b"/>
          <a:lstStyle>
            <a:lvl1pPr>
              <a:defRPr sz="1559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21134" y="12046282"/>
            <a:ext cx="20493097" cy="3937644"/>
          </a:xfrm>
        </p:spPr>
        <p:txBody>
          <a:bodyPr/>
          <a:lstStyle>
            <a:lvl1pPr marL="0" indent="0">
              <a:buNone/>
              <a:defRPr sz="6236">
                <a:solidFill>
                  <a:schemeClr val="tx1">
                    <a:tint val="82000"/>
                  </a:schemeClr>
                </a:solidFill>
              </a:defRPr>
            </a:lvl1pPr>
            <a:lvl2pPr marL="1187988" indent="0">
              <a:buNone/>
              <a:defRPr sz="5197">
                <a:solidFill>
                  <a:schemeClr val="tx1">
                    <a:tint val="82000"/>
                  </a:schemeClr>
                </a:solidFill>
              </a:defRPr>
            </a:lvl2pPr>
            <a:lvl3pPr marL="2375977" indent="0">
              <a:buNone/>
              <a:defRPr sz="4677">
                <a:solidFill>
                  <a:schemeClr val="tx1">
                    <a:tint val="82000"/>
                  </a:schemeClr>
                </a:solidFill>
              </a:defRPr>
            </a:lvl3pPr>
            <a:lvl4pPr marL="3563965" indent="0">
              <a:buNone/>
              <a:defRPr sz="4157">
                <a:solidFill>
                  <a:schemeClr val="tx1">
                    <a:tint val="82000"/>
                  </a:schemeClr>
                </a:solidFill>
              </a:defRPr>
            </a:lvl4pPr>
            <a:lvl5pPr marL="4751954" indent="0">
              <a:buNone/>
              <a:defRPr sz="4157">
                <a:solidFill>
                  <a:schemeClr val="tx1">
                    <a:tint val="82000"/>
                  </a:schemeClr>
                </a:solidFill>
              </a:defRPr>
            </a:lvl5pPr>
            <a:lvl6pPr marL="5939942" indent="0">
              <a:buNone/>
              <a:defRPr sz="4157">
                <a:solidFill>
                  <a:schemeClr val="tx1">
                    <a:tint val="82000"/>
                  </a:schemeClr>
                </a:solidFill>
              </a:defRPr>
            </a:lvl6pPr>
            <a:lvl7pPr marL="7127931" indent="0">
              <a:buNone/>
              <a:defRPr sz="4157">
                <a:solidFill>
                  <a:schemeClr val="tx1">
                    <a:tint val="82000"/>
                  </a:schemeClr>
                </a:solidFill>
              </a:defRPr>
            </a:lvl7pPr>
            <a:lvl8pPr marL="8315919" indent="0">
              <a:buNone/>
              <a:defRPr sz="4157">
                <a:solidFill>
                  <a:schemeClr val="tx1">
                    <a:tint val="82000"/>
                  </a:schemeClr>
                </a:solidFill>
              </a:defRPr>
            </a:lvl8pPr>
            <a:lvl9pPr marL="9503908" indent="0">
              <a:buNone/>
              <a:defRPr sz="4157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CD986-F6E6-0842-93B7-4A1320D84B6C}" type="datetimeFigureOut">
              <a:rPr kumimoji="1" lang="zh-CN" altLang="en-US" smtClean="0"/>
              <a:t>2026/6/19</a:t>
            </a:fld>
            <a:endParaRPr kumimoji="1"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F5B804-AAB6-D349-B9DE-1C58CB3723C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654636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633508" y="4791843"/>
            <a:ext cx="10098048" cy="11421255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028557" y="4791843"/>
            <a:ext cx="10098048" cy="11421255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CD986-F6E6-0842-93B7-4A1320D84B6C}" type="datetimeFigureOut">
              <a:rPr kumimoji="1" lang="zh-CN" altLang="en-US" smtClean="0"/>
              <a:t>2026/6/19</a:t>
            </a:fld>
            <a:endParaRPr kumimoji="1"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F5B804-AAB6-D349-B9DE-1C58CB3723C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0648748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36603" y="958373"/>
            <a:ext cx="20493097" cy="3479296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36605" y="4412664"/>
            <a:ext cx="10051640" cy="2162578"/>
          </a:xfrm>
        </p:spPr>
        <p:txBody>
          <a:bodyPr anchor="b"/>
          <a:lstStyle>
            <a:lvl1pPr marL="0" indent="0">
              <a:buNone/>
              <a:defRPr sz="6236" b="1"/>
            </a:lvl1pPr>
            <a:lvl2pPr marL="1187988" indent="0">
              <a:buNone/>
              <a:defRPr sz="5197" b="1"/>
            </a:lvl2pPr>
            <a:lvl3pPr marL="2375977" indent="0">
              <a:buNone/>
              <a:defRPr sz="4677" b="1"/>
            </a:lvl3pPr>
            <a:lvl4pPr marL="3563965" indent="0">
              <a:buNone/>
              <a:defRPr sz="4157" b="1"/>
            </a:lvl4pPr>
            <a:lvl5pPr marL="4751954" indent="0">
              <a:buNone/>
              <a:defRPr sz="4157" b="1"/>
            </a:lvl5pPr>
            <a:lvl6pPr marL="5939942" indent="0">
              <a:buNone/>
              <a:defRPr sz="4157" b="1"/>
            </a:lvl6pPr>
            <a:lvl7pPr marL="7127931" indent="0">
              <a:buNone/>
              <a:defRPr sz="4157" b="1"/>
            </a:lvl7pPr>
            <a:lvl8pPr marL="8315919" indent="0">
              <a:buNone/>
              <a:defRPr sz="4157" b="1"/>
            </a:lvl8pPr>
            <a:lvl9pPr marL="9503908" indent="0">
              <a:buNone/>
              <a:defRPr sz="4157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636605" y="6575242"/>
            <a:ext cx="10051640" cy="9671191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2028558" y="4412664"/>
            <a:ext cx="10101143" cy="2162578"/>
          </a:xfrm>
        </p:spPr>
        <p:txBody>
          <a:bodyPr anchor="b"/>
          <a:lstStyle>
            <a:lvl1pPr marL="0" indent="0">
              <a:buNone/>
              <a:defRPr sz="6236" b="1"/>
            </a:lvl1pPr>
            <a:lvl2pPr marL="1187988" indent="0">
              <a:buNone/>
              <a:defRPr sz="5197" b="1"/>
            </a:lvl2pPr>
            <a:lvl3pPr marL="2375977" indent="0">
              <a:buNone/>
              <a:defRPr sz="4677" b="1"/>
            </a:lvl3pPr>
            <a:lvl4pPr marL="3563965" indent="0">
              <a:buNone/>
              <a:defRPr sz="4157" b="1"/>
            </a:lvl4pPr>
            <a:lvl5pPr marL="4751954" indent="0">
              <a:buNone/>
              <a:defRPr sz="4157" b="1"/>
            </a:lvl5pPr>
            <a:lvl6pPr marL="5939942" indent="0">
              <a:buNone/>
              <a:defRPr sz="4157" b="1"/>
            </a:lvl6pPr>
            <a:lvl7pPr marL="7127931" indent="0">
              <a:buNone/>
              <a:defRPr sz="4157" b="1"/>
            </a:lvl7pPr>
            <a:lvl8pPr marL="8315919" indent="0">
              <a:buNone/>
              <a:defRPr sz="4157" b="1"/>
            </a:lvl8pPr>
            <a:lvl9pPr marL="9503908" indent="0">
              <a:buNone/>
              <a:defRPr sz="4157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2028558" y="6575242"/>
            <a:ext cx="10101143" cy="9671191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CD986-F6E6-0842-93B7-4A1320D84B6C}" type="datetimeFigureOut">
              <a:rPr kumimoji="1" lang="zh-CN" altLang="en-US" smtClean="0"/>
              <a:t>2026/6/19</a:t>
            </a:fld>
            <a:endParaRPr kumimoji="1"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F5B804-AAB6-D349-B9DE-1C58CB3723C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9265099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CD986-F6E6-0842-93B7-4A1320D84B6C}" type="datetimeFigureOut">
              <a:rPr kumimoji="1" lang="zh-CN" altLang="en-US" smtClean="0"/>
              <a:t>2026/6/19</a:t>
            </a:fld>
            <a:endParaRPr kumimoji="1"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F5B804-AAB6-D349-B9DE-1C58CB3723C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9725377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CD986-F6E6-0842-93B7-4A1320D84B6C}" type="datetimeFigureOut">
              <a:rPr kumimoji="1" lang="zh-CN" altLang="en-US" smtClean="0"/>
              <a:t>2026/6/19</a:t>
            </a:fld>
            <a:endParaRPr kumimoji="1"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F5B804-AAB6-D349-B9DE-1C58CB3723C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9402422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36602" y="1200044"/>
            <a:ext cx="7663255" cy="4200155"/>
          </a:xfrm>
        </p:spPr>
        <p:txBody>
          <a:bodyPr anchor="b"/>
          <a:lstStyle>
            <a:lvl1pPr>
              <a:defRPr sz="8315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101143" y="2591766"/>
            <a:ext cx="12028557" cy="12792138"/>
          </a:xfrm>
        </p:spPr>
        <p:txBody>
          <a:bodyPr/>
          <a:lstStyle>
            <a:lvl1pPr>
              <a:defRPr sz="8315"/>
            </a:lvl1pPr>
            <a:lvl2pPr>
              <a:defRPr sz="7276"/>
            </a:lvl2pPr>
            <a:lvl3pPr>
              <a:defRPr sz="6236"/>
            </a:lvl3pPr>
            <a:lvl4pPr>
              <a:defRPr sz="5197"/>
            </a:lvl4pPr>
            <a:lvl5pPr>
              <a:defRPr sz="5197"/>
            </a:lvl5pPr>
            <a:lvl6pPr>
              <a:defRPr sz="5197"/>
            </a:lvl6pPr>
            <a:lvl7pPr>
              <a:defRPr sz="5197"/>
            </a:lvl7pPr>
            <a:lvl8pPr>
              <a:defRPr sz="5197"/>
            </a:lvl8pPr>
            <a:lvl9pPr>
              <a:defRPr sz="5197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636602" y="5400199"/>
            <a:ext cx="7663255" cy="10004536"/>
          </a:xfrm>
        </p:spPr>
        <p:txBody>
          <a:bodyPr/>
          <a:lstStyle>
            <a:lvl1pPr marL="0" indent="0">
              <a:buNone/>
              <a:defRPr sz="4157"/>
            </a:lvl1pPr>
            <a:lvl2pPr marL="1187988" indent="0">
              <a:buNone/>
              <a:defRPr sz="3638"/>
            </a:lvl2pPr>
            <a:lvl3pPr marL="2375977" indent="0">
              <a:buNone/>
              <a:defRPr sz="3118"/>
            </a:lvl3pPr>
            <a:lvl4pPr marL="3563965" indent="0">
              <a:buNone/>
              <a:defRPr sz="2598"/>
            </a:lvl4pPr>
            <a:lvl5pPr marL="4751954" indent="0">
              <a:buNone/>
              <a:defRPr sz="2598"/>
            </a:lvl5pPr>
            <a:lvl6pPr marL="5939942" indent="0">
              <a:buNone/>
              <a:defRPr sz="2598"/>
            </a:lvl6pPr>
            <a:lvl7pPr marL="7127931" indent="0">
              <a:buNone/>
              <a:defRPr sz="2598"/>
            </a:lvl7pPr>
            <a:lvl8pPr marL="8315919" indent="0">
              <a:buNone/>
              <a:defRPr sz="2598"/>
            </a:lvl8pPr>
            <a:lvl9pPr marL="9503908" indent="0">
              <a:buNone/>
              <a:defRPr sz="2598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CD986-F6E6-0842-93B7-4A1320D84B6C}" type="datetimeFigureOut">
              <a:rPr kumimoji="1" lang="zh-CN" altLang="en-US" smtClean="0"/>
              <a:t>2026/6/19</a:t>
            </a:fld>
            <a:endParaRPr kumimoji="1"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F5B804-AAB6-D349-B9DE-1C58CB3723C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6980893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36602" y="1200044"/>
            <a:ext cx="7663255" cy="4200155"/>
          </a:xfrm>
        </p:spPr>
        <p:txBody>
          <a:bodyPr anchor="b"/>
          <a:lstStyle>
            <a:lvl1pPr>
              <a:defRPr sz="8315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0101143" y="2591766"/>
            <a:ext cx="12028557" cy="12792138"/>
          </a:xfrm>
        </p:spPr>
        <p:txBody>
          <a:bodyPr anchor="t"/>
          <a:lstStyle>
            <a:lvl1pPr marL="0" indent="0">
              <a:buNone/>
              <a:defRPr sz="8315"/>
            </a:lvl1pPr>
            <a:lvl2pPr marL="1187988" indent="0">
              <a:buNone/>
              <a:defRPr sz="7276"/>
            </a:lvl2pPr>
            <a:lvl3pPr marL="2375977" indent="0">
              <a:buNone/>
              <a:defRPr sz="6236"/>
            </a:lvl3pPr>
            <a:lvl4pPr marL="3563965" indent="0">
              <a:buNone/>
              <a:defRPr sz="5197"/>
            </a:lvl4pPr>
            <a:lvl5pPr marL="4751954" indent="0">
              <a:buNone/>
              <a:defRPr sz="5197"/>
            </a:lvl5pPr>
            <a:lvl6pPr marL="5939942" indent="0">
              <a:buNone/>
              <a:defRPr sz="5197"/>
            </a:lvl6pPr>
            <a:lvl7pPr marL="7127931" indent="0">
              <a:buNone/>
              <a:defRPr sz="5197"/>
            </a:lvl7pPr>
            <a:lvl8pPr marL="8315919" indent="0">
              <a:buNone/>
              <a:defRPr sz="5197"/>
            </a:lvl8pPr>
            <a:lvl9pPr marL="9503908" indent="0">
              <a:buNone/>
              <a:defRPr sz="5197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636602" y="5400199"/>
            <a:ext cx="7663255" cy="10004536"/>
          </a:xfrm>
        </p:spPr>
        <p:txBody>
          <a:bodyPr/>
          <a:lstStyle>
            <a:lvl1pPr marL="0" indent="0">
              <a:buNone/>
              <a:defRPr sz="4157"/>
            </a:lvl1pPr>
            <a:lvl2pPr marL="1187988" indent="0">
              <a:buNone/>
              <a:defRPr sz="3638"/>
            </a:lvl2pPr>
            <a:lvl3pPr marL="2375977" indent="0">
              <a:buNone/>
              <a:defRPr sz="3118"/>
            </a:lvl3pPr>
            <a:lvl4pPr marL="3563965" indent="0">
              <a:buNone/>
              <a:defRPr sz="2598"/>
            </a:lvl4pPr>
            <a:lvl5pPr marL="4751954" indent="0">
              <a:buNone/>
              <a:defRPr sz="2598"/>
            </a:lvl5pPr>
            <a:lvl6pPr marL="5939942" indent="0">
              <a:buNone/>
              <a:defRPr sz="2598"/>
            </a:lvl6pPr>
            <a:lvl7pPr marL="7127931" indent="0">
              <a:buNone/>
              <a:defRPr sz="2598"/>
            </a:lvl7pPr>
            <a:lvl8pPr marL="8315919" indent="0">
              <a:buNone/>
              <a:defRPr sz="2598"/>
            </a:lvl8pPr>
            <a:lvl9pPr marL="9503908" indent="0">
              <a:buNone/>
              <a:defRPr sz="2598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CD986-F6E6-0842-93B7-4A1320D84B6C}" type="datetimeFigureOut">
              <a:rPr kumimoji="1" lang="zh-CN" altLang="en-US" smtClean="0"/>
              <a:t>2026/6/19</a:t>
            </a:fld>
            <a:endParaRPr kumimoji="1"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F5B804-AAB6-D349-B9DE-1C58CB3723C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6615775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CD986-F6E6-0842-93B7-4A1320D84B6C}" type="datetimeFigureOut">
              <a:rPr kumimoji="1" lang="zh-CN" altLang="en-US" smtClean="0"/>
              <a:t>2026/6/19</a:t>
            </a:fld>
            <a:endParaRPr kumimoji="1"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F5B804-AAB6-D349-B9DE-1C58CB3723C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3570623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7003332" y="958369"/>
            <a:ext cx="5123274" cy="15254730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633509" y="958369"/>
            <a:ext cx="15072822" cy="15254730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CD986-F6E6-0842-93B7-4A1320D84B6C}" type="datetimeFigureOut">
              <a:rPr kumimoji="1" lang="zh-CN" altLang="en-US" smtClean="0"/>
              <a:t>2026/6/19</a:t>
            </a:fld>
            <a:endParaRPr kumimoji="1"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F5B804-AAB6-D349-B9DE-1C58CB3723C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9642320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633508" y="958373"/>
            <a:ext cx="20493097" cy="34792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33508" y="4791843"/>
            <a:ext cx="20493097" cy="114212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633508" y="16683952"/>
            <a:ext cx="5346025" cy="9583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118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ECD986-F6E6-0842-93B7-4A1320D84B6C}" type="datetimeFigureOut">
              <a:rPr kumimoji="1" lang="zh-CN" altLang="en-US" smtClean="0"/>
              <a:t>2026/6/19</a:t>
            </a:fld>
            <a:endParaRPr kumimoji="1"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870538" y="16683952"/>
            <a:ext cx="8019038" cy="9583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118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6780580" y="16683952"/>
            <a:ext cx="5346025" cy="9583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118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0F5B804-AAB6-D349-B9DE-1C58CB3723C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3520750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2375977" rtl="0" eaLnBrk="1" latinLnBrk="0" hangingPunct="1">
        <a:lnSpc>
          <a:spcPct val="90000"/>
        </a:lnSpc>
        <a:spcBef>
          <a:spcPct val="0"/>
        </a:spcBef>
        <a:buNone/>
        <a:defRPr sz="1143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593994" indent="-593994" algn="l" defTabSz="2375977" rtl="0" eaLnBrk="1" latinLnBrk="0" hangingPunct="1">
        <a:lnSpc>
          <a:spcPct val="90000"/>
        </a:lnSpc>
        <a:spcBef>
          <a:spcPts val="2598"/>
        </a:spcBef>
        <a:buFont typeface="Arial" panose="020B0604020202020204" pitchFamily="34" charset="0"/>
        <a:buChar char="•"/>
        <a:defRPr sz="7276" kern="1200">
          <a:solidFill>
            <a:schemeClr val="tx1"/>
          </a:solidFill>
          <a:latin typeface="+mn-lt"/>
          <a:ea typeface="+mn-ea"/>
          <a:cs typeface="+mn-cs"/>
        </a:defRPr>
      </a:lvl1pPr>
      <a:lvl2pPr marL="1781983" indent="-593994" algn="l" defTabSz="2375977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Char char="•"/>
        <a:defRPr sz="6236" kern="1200">
          <a:solidFill>
            <a:schemeClr val="tx1"/>
          </a:solidFill>
          <a:latin typeface="+mn-lt"/>
          <a:ea typeface="+mn-ea"/>
          <a:cs typeface="+mn-cs"/>
        </a:defRPr>
      </a:lvl2pPr>
      <a:lvl3pPr marL="2969971" indent="-593994" algn="l" defTabSz="2375977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Char char="•"/>
        <a:defRPr sz="5197" kern="1200">
          <a:solidFill>
            <a:schemeClr val="tx1"/>
          </a:solidFill>
          <a:latin typeface="+mn-lt"/>
          <a:ea typeface="+mn-ea"/>
          <a:cs typeface="+mn-cs"/>
        </a:defRPr>
      </a:lvl3pPr>
      <a:lvl4pPr marL="4157960" indent="-593994" algn="l" defTabSz="2375977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Char char="•"/>
        <a:defRPr sz="4677" kern="1200">
          <a:solidFill>
            <a:schemeClr val="tx1"/>
          </a:solidFill>
          <a:latin typeface="+mn-lt"/>
          <a:ea typeface="+mn-ea"/>
          <a:cs typeface="+mn-cs"/>
        </a:defRPr>
      </a:lvl4pPr>
      <a:lvl5pPr marL="5345948" indent="-593994" algn="l" defTabSz="2375977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Char char="•"/>
        <a:defRPr sz="4677" kern="1200">
          <a:solidFill>
            <a:schemeClr val="tx1"/>
          </a:solidFill>
          <a:latin typeface="+mn-lt"/>
          <a:ea typeface="+mn-ea"/>
          <a:cs typeface="+mn-cs"/>
        </a:defRPr>
      </a:lvl5pPr>
      <a:lvl6pPr marL="6533937" indent="-593994" algn="l" defTabSz="2375977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Char char="•"/>
        <a:defRPr sz="4677" kern="1200">
          <a:solidFill>
            <a:schemeClr val="tx1"/>
          </a:solidFill>
          <a:latin typeface="+mn-lt"/>
          <a:ea typeface="+mn-ea"/>
          <a:cs typeface="+mn-cs"/>
        </a:defRPr>
      </a:lvl6pPr>
      <a:lvl7pPr marL="7721925" indent="-593994" algn="l" defTabSz="2375977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Char char="•"/>
        <a:defRPr sz="4677" kern="1200">
          <a:solidFill>
            <a:schemeClr val="tx1"/>
          </a:solidFill>
          <a:latin typeface="+mn-lt"/>
          <a:ea typeface="+mn-ea"/>
          <a:cs typeface="+mn-cs"/>
        </a:defRPr>
      </a:lvl7pPr>
      <a:lvl8pPr marL="8909914" indent="-593994" algn="l" defTabSz="2375977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Char char="•"/>
        <a:defRPr sz="4677" kern="1200">
          <a:solidFill>
            <a:schemeClr val="tx1"/>
          </a:solidFill>
          <a:latin typeface="+mn-lt"/>
          <a:ea typeface="+mn-ea"/>
          <a:cs typeface="+mn-cs"/>
        </a:defRPr>
      </a:lvl8pPr>
      <a:lvl9pPr marL="10097902" indent="-593994" algn="l" defTabSz="2375977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Char char="•"/>
        <a:defRPr sz="467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375977" rtl="0" eaLnBrk="1" latinLnBrk="0" hangingPunct="1">
        <a:defRPr sz="4677" kern="1200">
          <a:solidFill>
            <a:schemeClr val="tx1"/>
          </a:solidFill>
          <a:latin typeface="+mn-lt"/>
          <a:ea typeface="+mn-ea"/>
          <a:cs typeface="+mn-cs"/>
        </a:defRPr>
      </a:lvl1pPr>
      <a:lvl2pPr marL="1187988" algn="l" defTabSz="2375977" rtl="0" eaLnBrk="1" latinLnBrk="0" hangingPunct="1">
        <a:defRPr sz="4677" kern="1200">
          <a:solidFill>
            <a:schemeClr val="tx1"/>
          </a:solidFill>
          <a:latin typeface="+mn-lt"/>
          <a:ea typeface="+mn-ea"/>
          <a:cs typeface="+mn-cs"/>
        </a:defRPr>
      </a:lvl2pPr>
      <a:lvl3pPr marL="2375977" algn="l" defTabSz="2375977" rtl="0" eaLnBrk="1" latinLnBrk="0" hangingPunct="1">
        <a:defRPr sz="4677" kern="1200">
          <a:solidFill>
            <a:schemeClr val="tx1"/>
          </a:solidFill>
          <a:latin typeface="+mn-lt"/>
          <a:ea typeface="+mn-ea"/>
          <a:cs typeface="+mn-cs"/>
        </a:defRPr>
      </a:lvl3pPr>
      <a:lvl4pPr marL="3563965" algn="l" defTabSz="2375977" rtl="0" eaLnBrk="1" latinLnBrk="0" hangingPunct="1">
        <a:defRPr sz="4677" kern="1200">
          <a:solidFill>
            <a:schemeClr val="tx1"/>
          </a:solidFill>
          <a:latin typeface="+mn-lt"/>
          <a:ea typeface="+mn-ea"/>
          <a:cs typeface="+mn-cs"/>
        </a:defRPr>
      </a:lvl4pPr>
      <a:lvl5pPr marL="4751954" algn="l" defTabSz="2375977" rtl="0" eaLnBrk="1" latinLnBrk="0" hangingPunct="1">
        <a:defRPr sz="4677" kern="1200">
          <a:solidFill>
            <a:schemeClr val="tx1"/>
          </a:solidFill>
          <a:latin typeface="+mn-lt"/>
          <a:ea typeface="+mn-ea"/>
          <a:cs typeface="+mn-cs"/>
        </a:defRPr>
      </a:lvl5pPr>
      <a:lvl6pPr marL="5939942" algn="l" defTabSz="2375977" rtl="0" eaLnBrk="1" latinLnBrk="0" hangingPunct="1">
        <a:defRPr sz="4677" kern="1200">
          <a:solidFill>
            <a:schemeClr val="tx1"/>
          </a:solidFill>
          <a:latin typeface="+mn-lt"/>
          <a:ea typeface="+mn-ea"/>
          <a:cs typeface="+mn-cs"/>
        </a:defRPr>
      </a:lvl6pPr>
      <a:lvl7pPr marL="7127931" algn="l" defTabSz="2375977" rtl="0" eaLnBrk="1" latinLnBrk="0" hangingPunct="1">
        <a:defRPr sz="4677" kern="1200">
          <a:solidFill>
            <a:schemeClr val="tx1"/>
          </a:solidFill>
          <a:latin typeface="+mn-lt"/>
          <a:ea typeface="+mn-ea"/>
          <a:cs typeface="+mn-cs"/>
        </a:defRPr>
      </a:lvl7pPr>
      <a:lvl8pPr marL="8315919" algn="l" defTabSz="2375977" rtl="0" eaLnBrk="1" latinLnBrk="0" hangingPunct="1">
        <a:defRPr sz="4677" kern="1200">
          <a:solidFill>
            <a:schemeClr val="tx1"/>
          </a:solidFill>
          <a:latin typeface="+mn-lt"/>
          <a:ea typeface="+mn-ea"/>
          <a:cs typeface="+mn-cs"/>
        </a:defRPr>
      </a:lvl8pPr>
      <a:lvl9pPr marL="9503908" algn="l" defTabSz="2375977" rtl="0" eaLnBrk="1" latinLnBrk="0" hangingPunct="1">
        <a:defRPr sz="4677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形 6">
            <a:extLst>
              <a:ext uri="{FF2B5EF4-FFF2-40B4-BE49-F238E27FC236}">
                <a16:creationId xmlns:a16="http://schemas.microsoft.com/office/drawing/2014/main" id="{5521E433-3B51-2704-F003-0DCFA45A51E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140772" y="1951849"/>
            <a:ext cx="4320000" cy="4320000"/>
          </a:xfrm>
          <a:prstGeom prst="rect">
            <a:avLst/>
          </a:prstGeom>
        </p:spPr>
      </p:pic>
      <p:sp>
        <p:nvSpPr>
          <p:cNvPr id="8" name="文本框 7">
            <a:extLst>
              <a:ext uri="{FF2B5EF4-FFF2-40B4-BE49-F238E27FC236}">
                <a16:creationId xmlns:a16="http://schemas.microsoft.com/office/drawing/2014/main" id="{B577E2E6-BBA4-A26F-669C-8CD487B45D60}"/>
              </a:ext>
            </a:extLst>
          </p:cNvPr>
          <p:cNvSpPr txBox="1"/>
          <p:nvPr/>
        </p:nvSpPr>
        <p:spPr>
          <a:xfrm>
            <a:off x="2140772" y="1490184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PKTN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–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Position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(N=703)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284DCAF6-1293-C7CA-7A11-BEB4B20B886D}"/>
              </a:ext>
            </a:extLst>
          </p:cNvPr>
          <p:cNvSpPr txBox="1"/>
          <p:nvPr/>
        </p:nvSpPr>
        <p:spPr>
          <a:xfrm>
            <a:off x="1944010" y="6134983"/>
            <a:ext cx="5400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0.0</a:t>
            </a:r>
            <a:endParaRPr kumimoji="1"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4886D37A-3353-D71F-9A8E-906EE36B7303}"/>
              </a:ext>
            </a:extLst>
          </p:cNvPr>
          <p:cNvSpPr txBox="1"/>
          <p:nvPr/>
        </p:nvSpPr>
        <p:spPr>
          <a:xfrm>
            <a:off x="2779944" y="6134984"/>
            <a:ext cx="5400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0.2</a:t>
            </a:r>
            <a:endParaRPr kumimoji="1"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AB71508C-E61B-3981-7514-5DF71CE75773}"/>
              </a:ext>
            </a:extLst>
          </p:cNvPr>
          <p:cNvSpPr txBox="1"/>
          <p:nvPr/>
        </p:nvSpPr>
        <p:spPr>
          <a:xfrm>
            <a:off x="3626975" y="6134984"/>
            <a:ext cx="5400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0.4</a:t>
            </a:r>
            <a:endParaRPr kumimoji="1"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F5AC0272-6106-D953-9E30-7CCA0006B068}"/>
              </a:ext>
            </a:extLst>
          </p:cNvPr>
          <p:cNvSpPr txBox="1"/>
          <p:nvPr/>
        </p:nvSpPr>
        <p:spPr>
          <a:xfrm>
            <a:off x="4405493" y="6134986"/>
            <a:ext cx="5400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0.6</a:t>
            </a:r>
            <a:endParaRPr kumimoji="1"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06C30550-83FB-0CF0-C0FF-AE41EA61A9D0}"/>
              </a:ext>
            </a:extLst>
          </p:cNvPr>
          <p:cNvSpPr txBox="1"/>
          <p:nvPr/>
        </p:nvSpPr>
        <p:spPr>
          <a:xfrm>
            <a:off x="5252524" y="6134985"/>
            <a:ext cx="5400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0.8</a:t>
            </a:r>
            <a:endParaRPr kumimoji="1"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FEF7A849-30F0-B227-2529-E53D041DE2FC}"/>
              </a:ext>
            </a:extLst>
          </p:cNvPr>
          <p:cNvSpPr txBox="1"/>
          <p:nvPr/>
        </p:nvSpPr>
        <p:spPr>
          <a:xfrm>
            <a:off x="6088458" y="6134984"/>
            <a:ext cx="5400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1.0</a:t>
            </a:r>
            <a:endParaRPr kumimoji="1"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8540A52B-D363-98F4-716D-DD27E0AA0B60}"/>
              </a:ext>
            </a:extLst>
          </p:cNvPr>
          <p:cNvSpPr txBox="1"/>
          <p:nvPr/>
        </p:nvSpPr>
        <p:spPr>
          <a:xfrm>
            <a:off x="1713600" y="5871600"/>
            <a:ext cx="5400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0.0</a:t>
            </a:r>
            <a:endParaRPr kumimoji="1"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EB244E8A-9A2C-2677-6CC6-75EB217A9BAB}"/>
              </a:ext>
            </a:extLst>
          </p:cNvPr>
          <p:cNvSpPr txBox="1"/>
          <p:nvPr/>
        </p:nvSpPr>
        <p:spPr>
          <a:xfrm>
            <a:off x="1713600" y="5139952"/>
            <a:ext cx="5400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0.2</a:t>
            </a:r>
            <a:endParaRPr kumimoji="1"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69C980CB-9E2F-5DB8-E659-30378C3789EB}"/>
              </a:ext>
            </a:extLst>
          </p:cNvPr>
          <p:cNvSpPr txBox="1"/>
          <p:nvPr/>
        </p:nvSpPr>
        <p:spPr>
          <a:xfrm>
            <a:off x="1713600" y="4308955"/>
            <a:ext cx="5400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0.4</a:t>
            </a:r>
            <a:endParaRPr kumimoji="1"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FD0E251D-69B6-C453-A7C4-C8FF7B8CD00A}"/>
              </a:ext>
            </a:extLst>
          </p:cNvPr>
          <p:cNvSpPr txBox="1"/>
          <p:nvPr/>
        </p:nvSpPr>
        <p:spPr>
          <a:xfrm>
            <a:off x="1713600" y="3462218"/>
            <a:ext cx="5400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0.6</a:t>
            </a:r>
            <a:endParaRPr kumimoji="1"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F188378D-6818-55B0-0CAA-E0ABAD3028EB}"/>
              </a:ext>
            </a:extLst>
          </p:cNvPr>
          <p:cNvSpPr txBox="1"/>
          <p:nvPr/>
        </p:nvSpPr>
        <p:spPr>
          <a:xfrm>
            <a:off x="1713600" y="2659451"/>
            <a:ext cx="5400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0.8</a:t>
            </a:r>
            <a:endParaRPr kumimoji="1"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73BBE7F6-7384-4ECE-D52B-009CFBA666F9}"/>
              </a:ext>
            </a:extLst>
          </p:cNvPr>
          <p:cNvSpPr txBox="1"/>
          <p:nvPr/>
        </p:nvSpPr>
        <p:spPr>
          <a:xfrm>
            <a:off x="1713600" y="1864475"/>
            <a:ext cx="5400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1.0</a:t>
            </a:r>
            <a:endParaRPr kumimoji="1"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FEF86F4C-7A30-4383-2F59-3D4E564CEE33}"/>
              </a:ext>
            </a:extLst>
          </p:cNvPr>
          <p:cNvSpPr txBox="1"/>
          <p:nvPr/>
        </p:nvSpPr>
        <p:spPr>
          <a:xfrm>
            <a:off x="2140772" y="6345244"/>
            <a:ext cx="43200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pos</a:t>
            </a:r>
            <a:r>
              <a:rPr kumimoji="1" lang="zh-CN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x</a:t>
            </a:r>
            <a:endParaRPr kumimoji="1"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A5F79301-FA06-21D5-3799-0814545FAE9A}"/>
              </a:ext>
            </a:extLst>
          </p:cNvPr>
          <p:cNvSpPr txBox="1"/>
          <p:nvPr/>
        </p:nvSpPr>
        <p:spPr>
          <a:xfrm rot="16200000">
            <a:off x="-592689" y="3911794"/>
            <a:ext cx="43200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pos</a:t>
            </a:r>
            <a:r>
              <a:rPr kumimoji="1" lang="zh-CN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y</a:t>
            </a:r>
            <a:endParaRPr kumimoji="1"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7888954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 主题​​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主题​​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7</TotalTime>
  <Words>24</Words>
  <Application>Microsoft Macintosh PowerPoint</Application>
  <PresentationFormat>自定义</PresentationFormat>
  <Paragraphs>15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主题​​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T210463</dc:creator>
  <cp:lastModifiedBy>T210463</cp:lastModifiedBy>
  <cp:revision>1</cp:revision>
  <dcterms:created xsi:type="dcterms:W3CDTF">2026-06-19T09:16:22Z</dcterms:created>
  <dcterms:modified xsi:type="dcterms:W3CDTF">2026-06-19T09:24:06Z</dcterms:modified>
</cp:coreProperties>
</file>