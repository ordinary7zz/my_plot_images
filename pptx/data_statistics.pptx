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2376011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/>
    <p:restoredTop sz="94617"/>
  </p:normalViewPr>
  <p:slideViewPr>
    <p:cSldViewPr snapToGrid="0">
      <p:cViewPr>
        <p:scale>
          <a:sx n="50" d="100"/>
          <a:sy n="50" d="100"/>
        </p:scale>
        <p:origin x="-80" y="144"/>
      </p:cViewPr>
      <p:guideLst/>
    </p:cSldViewPr>
  </p:slideViewPr>
  <p:notesTextViewPr>
    <p:cViewPr>
      <p:scale>
        <a:sx n="70" d="100"/>
        <a:sy n="7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2B1127-B745-0849-B4DE-90186D8D1D7E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92238" y="1143000"/>
            <a:ext cx="4073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3BADC-B76F-7A4B-9A8D-CCDCA140DB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02623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B3BADC-B76F-7A4B-9A8D-CCDCA140DB71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17675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2945943"/>
            <a:ext cx="20196096" cy="6266897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9454516"/>
            <a:ext cx="17820085" cy="4345992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2831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242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4487671"/>
            <a:ext cx="20493097" cy="7487774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2046282"/>
            <a:ext cx="20493097" cy="3937644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463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4874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958373"/>
            <a:ext cx="20493097" cy="3479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4412664"/>
            <a:ext cx="10051640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6575242"/>
            <a:ext cx="10051640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4412664"/>
            <a:ext cx="10101143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6575242"/>
            <a:ext cx="10101143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650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2537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40242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2591766"/>
            <a:ext cx="12028557" cy="12792138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8089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2591766"/>
            <a:ext cx="12028557" cy="12792138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61577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7062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958369"/>
            <a:ext cx="5123274" cy="1525473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958369"/>
            <a:ext cx="15072822" cy="1525473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4232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958373"/>
            <a:ext cx="2049309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4791843"/>
            <a:ext cx="2049309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16683952"/>
            <a:ext cx="8019038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2075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B577E2E6-BBA4-A26F-669C-8CD487B45D60}"/>
              </a:ext>
            </a:extLst>
          </p:cNvPr>
          <p:cNvSpPr txBox="1"/>
          <p:nvPr/>
        </p:nvSpPr>
        <p:spPr>
          <a:xfrm>
            <a:off x="1792505" y="292094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(N=4633)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F79301-FA06-21D5-3799-0814545FAE9A}"/>
              </a:ext>
            </a:extLst>
          </p:cNvPr>
          <p:cNvSpPr txBox="1"/>
          <p:nvPr/>
        </p:nvSpPr>
        <p:spPr>
          <a:xfrm rot="16200000">
            <a:off x="-474267" y="2351927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形 2">
            <a:extLst>
              <a:ext uri="{FF2B5EF4-FFF2-40B4-BE49-F238E27FC236}">
                <a16:creationId xmlns:a16="http://schemas.microsoft.com/office/drawing/2014/main" id="{87F963BA-29A9-E78F-06F1-86774CC9CD5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91072" y="591840"/>
            <a:ext cx="4320000" cy="43200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FCCFA40-631D-F27E-8DF1-51A598CF3691}"/>
              </a:ext>
            </a:extLst>
          </p:cNvPr>
          <p:cNvSpPr txBox="1"/>
          <p:nvPr/>
        </p:nvSpPr>
        <p:spPr>
          <a:xfrm>
            <a:off x="1792504" y="4738727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图形 14">
            <a:extLst>
              <a:ext uri="{FF2B5EF4-FFF2-40B4-BE49-F238E27FC236}">
                <a16:creationId xmlns:a16="http://schemas.microsoft.com/office/drawing/2014/main" id="{394C0F7B-F2FA-1A02-A034-E2077011D6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18486" y="591527"/>
            <a:ext cx="4796972" cy="4320000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65350404-AB82-9C6C-74FA-C2D28F2826F0}"/>
              </a:ext>
            </a:extLst>
          </p:cNvPr>
          <p:cNvSpPr txBox="1"/>
          <p:nvPr/>
        </p:nvSpPr>
        <p:spPr>
          <a:xfrm>
            <a:off x="6656972" y="473904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33D3CA7-B6AA-3A72-257C-3689ACD2B502}"/>
              </a:ext>
            </a:extLst>
          </p:cNvPr>
          <p:cNvSpPr txBox="1"/>
          <p:nvPr/>
        </p:nvSpPr>
        <p:spPr>
          <a:xfrm>
            <a:off x="6658272" y="29304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(N=4633)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6EAB93B-ACD9-9ACA-28E7-D5297E079B57}"/>
              </a:ext>
            </a:extLst>
          </p:cNvPr>
          <p:cNvSpPr txBox="1"/>
          <p:nvPr/>
        </p:nvSpPr>
        <p:spPr>
          <a:xfrm rot="16200000">
            <a:off x="4152559" y="235224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9" name="图形 28">
            <a:extLst>
              <a:ext uri="{FF2B5EF4-FFF2-40B4-BE49-F238E27FC236}">
                <a16:creationId xmlns:a16="http://schemas.microsoft.com/office/drawing/2014/main" id="{28FC69DE-1118-3BCF-B9E0-EC3CAD5F69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247685" y="591840"/>
            <a:ext cx="4796972" cy="4320000"/>
          </a:xfrm>
          <a:prstGeom prst="rect">
            <a:avLst/>
          </a:prstGeom>
        </p:spPr>
      </p:pic>
      <p:pic>
        <p:nvPicPr>
          <p:cNvPr id="31" name="图形 30">
            <a:extLst>
              <a:ext uri="{FF2B5EF4-FFF2-40B4-BE49-F238E27FC236}">
                <a16:creationId xmlns:a16="http://schemas.microsoft.com/office/drawing/2014/main" id="{6F7C5664-B9D4-F5DD-5BAB-217A31A74D1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9200" y="591840"/>
            <a:ext cx="4320000" cy="4320000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C7E37F86-A5AA-6986-DD6F-BF81C4BBDA74}"/>
              </a:ext>
            </a:extLst>
          </p:cNvPr>
          <p:cNvSpPr txBox="1"/>
          <p:nvPr/>
        </p:nvSpPr>
        <p:spPr>
          <a:xfrm>
            <a:off x="11927686" y="473904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D17A11F-6493-F2B3-F4B9-084DF90C1CDB}"/>
              </a:ext>
            </a:extLst>
          </p:cNvPr>
          <p:cNvSpPr txBox="1"/>
          <p:nvPr/>
        </p:nvSpPr>
        <p:spPr>
          <a:xfrm>
            <a:off x="16792154" y="473904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E1E10C3-D6AC-2329-849D-D47D2194AC46}"/>
              </a:ext>
            </a:extLst>
          </p:cNvPr>
          <p:cNvSpPr txBox="1"/>
          <p:nvPr/>
        </p:nvSpPr>
        <p:spPr>
          <a:xfrm rot="16200000">
            <a:off x="9405345" y="235224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04BE88D-4B96-1695-BCBE-2DDF7F322518}"/>
              </a:ext>
            </a:extLst>
          </p:cNvPr>
          <p:cNvSpPr txBox="1"/>
          <p:nvPr/>
        </p:nvSpPr>
        <p:spPr>
          <a:xfrm rot="16200000">
            <a:off x="14032171" y="235224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206714E-2A1A-1CE1-CD85-F81DA70ECEDF}"/>
              </a:ext>
            </a:extLst>
          </p:cNvPr>
          <p:cNvSpPr txBox="1"/>
          <p:nvPr/>
        </p:nvSpPr>
        <p:spPr>
          <a:xfrm>
            <a:off x="11927685" y="29304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(N=4633)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7AAC4B5-1E32-9F17-B1FD-C59FE675116B}"/>
              </a:ext>
            </a:extLst>
          </p:cNvPr>
          <p:cNvSpPr txBox="1"/>
          <p:nvPr/>
        </p:nvSpPr>
        <p:spPr>
          <a:xfrm>
            <a:off x="16792152" y="29304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(N=4633)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A8FE8D2-D0E1-6817-C44B-C8DDEA1F7B93}"/>
              </a:ext>
            </a:extLst>
          </p:cNvPr>
          <p:cNvSpPr txBox="1"/>
          <p:nvPr/>
        </p:nvSpPr>
        <p:spPr>
          <a:xfrm>
            <a:off x="1792503" y="5210014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(N=4633)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858EA0E-0D76-BEBF-2622-01801FA274AF}"/>
              </a:ext>
            </a:extLst>
          </p:cNvPr>
          <p:cNvSpPr txBox="1"/>
          <p:nvPr/>
        </p:nvSpPr>
        <p:spPr>
          <a:xfrm rot="16200000">
            <a:off x="-474269" y="7269847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AE4E19F-E5E0-D0B0-A1C3-A22D62BF0AAB}"/>
              </a:ext>
            </a:extLst>
          </p:cNvPr>
          <p:cNvSpPr txBox="1"/>
          <p:nvPr/>
        </p:nvSpPr>
        <p:spPr>
          <a:xfrm>
            <a:off x="1792502" y="9656647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80EE2D3-ED69-4B75-9B74-FD7776BC2883}"/>
              </a:ext>
            </a:extLst>
          </p:cNvPr>
          <p:cNvSpPr txBox="1"/>
          <p:nvPr/>
        </p:nvSpPr>
        <p:spPr>
          <a:xfrm>
            <a:off x="6656970" y="965696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BE37944-3F83-AC3C-5DFC-CB8F36C15C6E}"/>
              </a:ext>
            </a:extLst>
          </p:cNvPr>
          <p:cNvSpPr txBox="1"/>
          <p:nvPr/>
        </p:nvSpPr>
        <p:spPr>
          <a:xfrm>
            <a:off x="6658270" y="521096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(N=4633)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300CFFF-215A-8116-9303-9F346DB2A244}"/>
              </a:ext>
            </a:extLst>
          </p:cNvPr>
          <p:cNvSpPr txBox="1"/>
          <p:nvPr/>
        </p:nvSpPr>
        <p:spPr>
          <a:xfrm rot="16200000">
            <a:off x="4152557" y="727016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58EE90C-5C82-6FB2-500D-8C0612318D6B}"/>
              </a:ext>
            </a:extLst>
          </p:cNvPr>
          <p:cNvSpPr txBox="1"/>
          <p:nvPr/>
        </p:nvSpPr>
        <p:spPr>
          <a:xfrm>
            <a:off x="11927684" y="965696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FEC03E-F606-B11D-FF3F-24FAF64A055C}"/>
              </a:ext>
            </a:extLst>
          </p:cNvPr>
          <p:cNvSpPr txBox="1"/>
          <p:nvPr/>
        </p:nvSpPr>
        <p:spPr>
          <a:xfrm>
            <a:off x="16792152" y="965696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803135B-339C-C40D-4EBE-8DAA2BF8F991}"/>
              </a:ext>
            </a:extLst>
          </p:cNvPr>
          <p:cNvSpPr txBox="1"/>
          <p:nvPr/>
        </p:nvSpPr>
        <p:spPr>
          <a:xfrm rot="16200000">
            <a:off x="9405343" y="727016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8DBEA47-2D3F-5D7F-2AE3-6762FBAD2452}"/>
              </a:ext>
            </a:extLst>
          </p:cNvPr>
          <p:cNvSpPr txBox="1"/>
          <p:nvPr/>
        </p:nvSpPr>
        <p:spPr>
          <a:xfrm rot="16200000">
            <a:off x="14032169" y="727016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811A470-BB0C-7C6A-463E-6ADE1832A91D}"/>
              </a:ext>
            </a:extLst>
          </p:cNvPr>
          <p:cNvSpPr txBox="1"/>
          <p:nvPr/>
        </p:nvSpPr>
        <p:spPr>
          <a:xfrm>
            <a:off x="11927683" y="521096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(N=4633)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46C74AA-55B3-502E-50BE-CD3B76DECFDC}"/>
              </a:ext>
            </a:extLst>
          </p:cNvPr>
          <p:cNvSpPr txBox="1"/>
          <p:nvPr/>
        </p:nvSpPr>
        <p:spPr>
          <a:xfrm>
            <a:off x="16792150" y="5210960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(N=4633)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CFCD99C-0E51-7097-8F14-0BB1F5583784}"/>
              </a:ext>
            </a:extLst>
          </p:cNvPr>
          <p:cNvSpPr txBox="1"/>
          <p:nvPr/>
        </p:nvSpPr>
        <p:spPr>
          <a:xfrm>
            <a:off x="1792503" y="10227821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FinalData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(N=4633)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C0F7152-AD51-BE59-D412-082CA71EFAD1}"/>
              </a:ext>
            </a:extLst>
          </p:cNvPr>
          <p:cNvSpPr txBox="1"/>
          <p:nvPr/>
        </p:nvSpPr>
        <p:spPr>
          <a:xfrm rot="16200000">
            <a:off x="-474269" y="12287654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5D1F77C-DD22-AB2A-69D2-5B91C98F8F6E}"/>
              </a:ext>
            </a:extLst>
          </p:cNvPr>
          <p:cNvSpPr txBox="1"/>
          <p:nvPr/>
        </p:nvSpPr>
        <p:spPr>
          <a:xfrm>
            <a:off x="1792502" y="14674454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2F5A1A-33B5-8D11-349B-4724ECED0FE1}"/>
              </a:ext>
            </a:extLst>
          </p:cNvPr>
          <p:cNvSpPr txBox="1"/>
          <p:nvPr/>
        </p:nvSpPr>
        <p:spPr>
          <a:xfrm>
            <a:off x="6656970" y="14674767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499215DE-AB95-4E28-CADD-AC16E2AE3E90}"/>
              </a:ext>
            </a:extLst>
          </p:cNvPr>
          <p:cNvSpPr txBox="1"/>
          <p:nvPr/>
        </p:nvSpPr>
        <p:spPr>
          <a:xfrm>
            <a:off x="6658270" y="10228767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FinalData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(N=4633)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5C3C259-06A3-855F-573A-B23110A82C1D}"/>
              </a:ext>
            </a:extLst>
          </p:cNvPr>
          <p:cNvSpPr txBox="1"/>
          <p:nvPr/>
        </p:nvSpPr>
        <p:spPr>
          <a:xfrm rot="16200000">
            <a:off x="4152557" y="12287967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B8D2642-B529-0998-78B1-B2DE2CAE043E}"/>
              </a:ext>
            </a:extLst>
          </p:cNvPr>
          <p:cNvSpPr txBox="1"/>
          <p:nvPr/>
        </p:nvSpPr>
        <p:spPr>
          <a:xfrm>
            <a:off x="11927684" y="14674767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F6079A-E140-643E-4817-F7177D939A48}"/>
              </a:ext>
            </a:extLst>
          </p:cNvPr>
          <p:cNvSpPr txBox="1"/>
          <p:nvPr/>
        </p:nvSpPr>
        <p:spPr>
          <a:xfrm>
            <a:off x="16792152" y="14674767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28DB97C9-0124-4EF8-E7C6-3756FEF8C466}"/>
              </a:ext>
            </a:extLst>
          </p:cNvPr>
          <p:cNvSpPr txBox="1"/>
          <p:nvPr/>
        </p:nvSpPr>
        <p:spPr>
          <a:xfrm rot="16200000">
            <a:off x="9405343" y="12287967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B50F4195-2619-4718-571A-9326C921A130}"/>
              </a:ext>
            </a:extLst>
          </p:cNvPr>
          <p:cNvSpPr txBox="1"/>
          <p:nvPr/>
        </p:nvSpPr>
        <p:spPr>
          <a:xfrm rot="16200000">
            <a:off x="14032169" y="12287967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EBA0AF1-5163-3477-B539-E6D5E1D2F903}"/>
              </a:ext>
            </a:extLst>
          </p:cNvPr>
          <p:cNvSpPr txBox="1"/>
          <p:nvPr/>
        </p:nvSpPr>
        <p:spPr>
          <a:xfrm>
            <a:off x="11927683" y="10228767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Augtrain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(N=4633)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C0F41947-9407-AF6A-9422-40D2542E8083}"/>
              </a:ext>
            </a:extLst>
          </p:cNvPr>
          <p:cNvSpPr txBox="1"/>
          <p:nvPr/>
        </p:nvSpPr>
        <p:spPr>
          <a:xfrm>
            <a:off x="16792150" y="10228767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Augtrain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(N=4633)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7" name="图形 86">
            <a:extLst>
              <a:ext uri="{FF2B5EF4-FFF2-40B4-BE49-F238E27FC236}">
                <a16:creationId xmlns:a16="http://schemas.microsoft.com/office/drawing/2014/main" id="{2CC1C2FA-7907-6F52-4931-872980F7B35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92800" y="5508000"/>
            <a:ext cx="4320000" cy="4320000"/>
          </a:xfrm>
          <a:prstGeom prst="rect">
            <a:avLst/>
          </a:prstGeom>
        </p:spPr>
      </p:pic>
      <p:pic>
        <p:nvPicPr>
          <p:cNvPr id="89" name="图形 88">
            <a:extLst>
              <a:ext uri="{FF2B5EF4-FFF2-40B4-BE49-F238E27FC236}">
                <a16:creationId xmlns:a16="http://schemas.microsoft.com/office/drawing/2014/main" id="{945F590A-C05F-532C-BCC5-4A285F92C3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18800" y="5508000"/>
            <a:ext cx="4637444" cy="4320000"/>
          </a:xfrm>
          <a:prstGeom prst="rect">
            <a:avLst/>
          </a:prstGeom>
        </p:spPr>
      </p:pic>
      <p:pic>
        <p:nvPicPr>
          <p:cNvPr id="91" name="图形 90">
            <a:extLst>
              <a:ext uri="{FF2B5EF4-FFF2-40B4-BE49-F238E27FC236}">
                <a16:creationId xmlns:a16="http://schemas.microsoft.com/office/drawing/2014/main" id="{2845996C-5DA1-168E-2C53-E3AB47FFD1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48000" y="5508000"/>
            <a:ext cx="4796972" cy="4320000"/>
          </a:xfrm>
          <a:prstGeom prst="rect">
            <a:avLst/>
          </a:prstGeom>
        </p:spPr>
      </p:pic>
      <p:pic>
        <p:nvPicPr>
          <p:cNvPr id="93" name="图形 92">
            <a:extLst>
              <a:ext uri="{FF2B5EF4-FFF2-40B4-BE49-F238E27FC236}">
                <a16:creationId xmlns:a16="http://schemas.microsoft.com/office/drawing/2014/main" id="{0E1870EC-7C40-51A2-1FC4-DFECFD877F7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90400" y="5508000"/>
            <a:ext cx="4320000" cy="4320000"/>
          </a:xfrm>
          <a:prstGeom prst="rect">
            <a:avLst/>
          </a:prstGeom>
        </p:spPr>
      </p:pic>
      <p:pic>
        <p:nvPicPr>
          <p:cNvPr id="95" name="图形 94">
            <a:extLst>
              <a:ext uri="{FF2B5EF4-FFF2-40B4-BE49-F238E27FC236}">
                <a16:creationId xmlns:a16="http://schemas.microsoft.com/office/drawing/2014/main" id="{7C0A8AEE-DE8F-D914-518E-BA67F31B53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18800" y="10526400"/>
            <a:ext cx="4796972" cy="4320000"/>
          </a:xfrm>
          <a:prstGeom prst="rect">
            <a:avLst/>
          </a:prstGeom>
        </p:spPr>
      </p:pic>
      <p:pic>
        <p:nvPicPr>
          <p:cNvPr id="97" name="图形 96">
            <a:extLst>
              <a:ext uri="{FF2B5EF4-FFF2-40B4-BE49-F238E27FC236}">
                <a16:creationId xmlns:a16="http://schemas.microsoft.com/office/drawing/2014/main" id="{FBA23BD5-E9D7-D795-9CFF-2E56F7FB020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92800" y="10526400"/>
            <a:ext cx="4320000" cy="4320000"/>
          </a:xfrm>
          <a:prstGeom prst="rect">
            <a:avLst/>
          </a:prstGeom>
        </p:spPr>
      </p:pic>
      <p:pic>
        <p:nvPicPr>
          <p:cNvPr id="99" name="图形 98">
            <a:extLst>
              <a:ext uri="{FF2B5EF4-FFF2-40B4-BE49-F238E27FC236}">
                <a16:creationId xmlns:a16="http://schemas.microsoft.com/office/drawing/2014/main" id="{0584D1E6-24A1-EEBA-39BB-E559833BF8C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690400" y="10526400"/>
            <a:ext cx="4320000" cy="4320000"/>
          </a:xfrm>
          <a:prstGeom prst="rect">
            <a:avLst/>
          </a:prstGeom>
        </p:spPr>
      </p:pic>
      <p:pic>
        <p:nvPicPr>
          <p:cNvPr id="101" name="图形 100">
            <a:extLst>
              <a:ext uri="{FF2B5EF4-FFF2-40B4-BE49-F238E27FC236}">
                <a16:creationId xmlns:a16="http://schemas.microsoft.com/office/drawing/2014/main" id="{EB458EE7-55F7-9AAA-FD4A-E9376DDAD0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6248000" y="10526400"/>
            <a:ext cx="4796972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889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EEC1B-512A-3C49-6BE6-95706A233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8B9136CE-3AE7-EE1D-9076-136727E77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789" y="1425388"/>
            <a:ext cx="20894029" cy="1244250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D041265-FE57-345A-8DAC-86E142E5F82B}"/>
              </a:ext>
            </a:extLst>
          </p:cNvPr>
          <p:cNvSpPr txBox="1"/>
          <p:nvPr/>
        </p:nvSpPr>
        <p:spPr>
          <a:xfrm>
            <a:off x="19547149" y="2261937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2431F6-43FC-DEDB-47F4-F64B1BC98E0F}"/>
              </a:ext>
            </a:extLst>
          </p:cNvPr>
          <p:cNvSpPr txBox="1"/>
          <p:nvPr/>
        </p:nvSpPr>
        <p:spPr>
          <a:xfrm>
            <a:off x="19547149" y="2774052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B25CB93-C30F-2886-D2B4-D88935C186B3}"/>
              </a:ext>
            </a:extLst>
          </p:cNvPr>
          <p:cNvSpPr txBox="1"/>
          <p:nvPr/>
        </p:nvSpPr>
        <p:spPr>
          <a:xfrm>
            <a:off x="19330736" y="5510462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1,248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7F5E464-954C-25B9-F275-18F8855034CE}"/>
              </a:ext>
            </a:extLst>
          </p:cNvPr>
          <p:cNvSpPr txBox="1"/>
          <p:nvPr/>
        </p:nvSpPr>
        <p:spPr>
          <a:xfrm>
            <a:off x="18047367" y="7433158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A73870F-007B-7359-6D35-ADAD735ABAD0}"/>
              </a:ext>
            </a:extLst>
          </p:cNvPr>
          <p:cNvSpPr txBox="1"/>
          <p:nvPr/>
        </p:nvSpPr>
        <p:spPr>
          <a:xfrm>
            <a:off x="14285493" y="8020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304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9CADF6D-7F4E-8CA6-00FE-6B59CCF74C5D}"/>
              </a:ext>
            </a:extLst>
          </p:cNvPr>
          <p:cNvSpPr txBox="1"/>
          <p:nvPr/>
        </p:nvSpPr>
        <p:spPr>
          <a:xfrm>
            <a:off x="15568862" y="11493661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306A94-9DA8-DE6F-5B76-8875A0BBA69F}"/>
              </a:ext>
            </a:extLst>
          </p:cNvPr>
          <p:cNvSpPr txBox="1"/>
          <p:nvPr/>
        </p:nvSpPr>
        <p:spPr>
          <a:xfrm>
            <a:off x="11880056" y="3609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3,459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8E29E6-1888-86C0-84DD-31F981D56D9E}"/>
              </a:ext>
            </a:extLst>
          </p:cNvPr>
          <p:cNvSpPr txBox="1"/>
          <p:nvPr/>
        </p:nvSpPr>
        <p:spPr>
          <a:xfrm>
            <a:off x="10580645" y="2096579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8,172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A28A2D8-DE61-A549-7F07-3BBCAE1E6287}"/>
              </a:ext>
            </a:extLst>
          </p:cNvPr>
          <p:cNvSpPr txBox="1"/>
          <p:nvPr/>
        </p:nvSpPr>
        <p:spPr>
          <a:xfrm>
            <a:off x="8166308" y="3756937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3,199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752B0D-4EA5-388B-AAFF-C16776F89653}"/>
              </a:ext>
            </a:extLst>
          </p:cNvPr>
          <p:cNvSpPr txBox="1"/>
          <p:nvPr/>
        </p:nvSpPr>
        <p:spPr>
          <a:xfrm>
            <a:off x="6850855" y="540125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1,301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B3015E-8144-0DB3-35C2-0C44B728DF23}"/>
              </a:ext>
            </a:extLst>
          </p:cNvPr>
          <p:cNvSpPr txBox="1"/>
          <p:nvPr/>
        </p:nvSpPr>
        <p:spPr>
          <a:xfrm>
            <a:off x="4432869" y="413276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2,638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FED0EFF-3566-CE1C-8349-C0A977C752DC}"/>
              </a:ext>
            </a:extLst>
          </p:cNvPr>
          <p:cNvSpPr txBox="1"/>
          <p:nvPr/>
        </p:nvSpPr>
        <p:spPr>
          <a:xfrm>
            <a:off x="3133458" y="4081555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2,709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4601E97-FB28-6D8B-E3EE-9D3B8A6CD04D}"/>
              </a:ext>
            </a:extLst>
          </p:cNvPr>
          <p:cNvSpPr txBox="1"/>
          <p:nvPr/>
        </p:nvSpPr>
        <p:spPr>
          <a:xfrm>
            <a:off x="2209800" y="1392366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Case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Counts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9499533-88FC-5C85-D680-B02EB33BC3A3}"/>
              </a:ext>
            </a:extLst>
          </p:cNvPr>
          <p:cNvSpPr txBox="1"/>
          <p:nvPr/>
        </p:nvSpPr>
        <p:spPr>
          <a:xfrm>
            <a:off x="3133458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B3C24E0-C506-8217-B4A6-20CF194F3F42}"/>
              </a:ext>
            </a:extLst>
          </p:cNvPr>
          <p:cNvSpPr txBox="1"/>
          <p:nvPr/>
        </p:nvSpPr>
        <p:spPr>
          <a:xfrm>
            <a:off x="6722517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FDB633A-CB34-A19E-F3A4-205D02A18200}"/>
              </a:ext>
            </a:extLst>
          </p:cNvPr>
          <p:cNvSpPr txBox="1"/>
          <p:nvPr/>
        </p:nvSpPr>
        <p:spPr>
          <a:xfrm>
            <a:off x="10569741" y="1269486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38AB95F-692F-4411-C0ED-3C5214B804FD}"/>
              </a:ext>
            </a:extLst>
          </p:cNvPr>
          <p:cNvSpPr txBox="1"/>
          <p:nvPr/>
        </p:nvSpPr>
        <p:spPr>
          <a:xfrm>
            <a:off x="14226167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DDTI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D575A2C-696C-084F-0792-C57371CB138C}"/>
              </a:ext>
            </a:extLst>
          </p:cNvPr>
          <p:cNvSpPr txBox="1"/>
          <p:nvPr/>
        </p:nvSpPr>
        <p:spPr>
          <a:xfrm>
            <a:off x="18073391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FinalData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C30C2E3-B622-3EE2-19CF-E326939C0D3C}"/>
              </a:ext>
            </a:extLst>
          </p:cNvPr>
          <p:cNvSpPr txBox="1"/>
          <p:nvPr/>
        </p:nvSpPr>
        <p:spPr>
          <a:xfrm>
            <a:off x="2209799" y="13201928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B9BA14C-3127-0549-352F-393EA3F4C7A3}"/>
              </a:ext>
            </a:extLst>
          </p:cNvPr>
          <p:cNvSpPr txBox="1"/>
          <p:nvPr/>
        </p:nvSpPr>
        <p:spPr>
          <a:xfrm>
            <a:off x="1325445" y="1888793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1FA6A10-6EC5-8301-D602-AFFABAB6D8EC}"/>
              </a:ext>
            </a:extLst>
          </p:cNvPr>
          <p:cNvSpPr txBox="1"/>
          <p:nvPr/>
        </p:nvSpPr>
        <p:spPr>
          <a:xfrm>
            <a:off x="1325445" y="6033682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78478F9-E013-9ED7-D928-1E5B2D6B185F}"/>
              </a:ext>
            </a:extLst>
          </p:cNvPr>
          <p:cNvSpPr txBox="1"/>
          <p:nvPr/>
        </p:nvSpPr>
        <p:spPr>
          <a:xfrm>
            <a:off x="1325445" y="10256240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D85CD75-0E62-CB7B-DA02-DD30A4597171}"/>
              </a:ext>
            </a:extLst>
          </p:cNvPr>
          <p:cNvSpPr txBox="1"/>
          <p:nvPr/>
        </p:nvSpPr>
        <p:spPr>
          <a:xfrm rot="16200000">
            <a:off x="-4341332" y="6937887"/>
            <a:ext cx="108060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238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</TotalTime>
  <Words>170</Words>
  <Application>Microsoft Macintosh PowerPoint</Application>
  <PresentationFormat>自定义</PresentationFormat>
  <Paragraphs>60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Aptos</vt:lpstr>
      <vt:lpstr>Aptos Display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7</cp:revision>
  <dcterms:created xsi:type="dcterms:W3CDTF">2026-06-19T09:16:22Z</dcterms:created>
  <dcterms:modified xsi:type="dcterms:W3CDTF">2026-06-19T11:21:07Z</dcterms:modified>
</cp:coreProperties>
</file>