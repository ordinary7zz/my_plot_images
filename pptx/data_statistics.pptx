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97"/>
    <p:restoredTop sz="94491"/>
  </p:normalViewPr>
  <p:slideViewPr>
    <p:cSldViewPr snapToGrid="0">
      <p:cViewPr varScale="1">
        <p:scale>
          <a:sx n="44" d="100"/>
          <a:sy n="44" d="100"/>
        </p:scale>
        <p:origin x="1472" y="264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33511" y="12039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33261" y="326504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33510" y="568262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597978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59927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093565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868692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33160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346351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3973177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868691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3315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33509" y="6121826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533263" y="818296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33508" y="1060054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597976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59927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093563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868690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33158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346349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3973175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868689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3315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33509" y="1113963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533263" y="132007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33508" y="1561835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597976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59927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093563" y="13231863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868690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33158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346349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3973175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868689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3315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267200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267200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267200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1349478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1349478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1349478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D1CEFEB3-A529-CBE5-9A2B-D08E05228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1200" y="1537200"/>
            <a:ext cx="4796972" cy="43200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26D79222-ACC2-3CE7-74E4-54D16834D71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1600" y="1537200"/>
            <a:ext cx="4320000" cy="43200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ADDD4CD6-3899-D7D8-6C74-19E6E424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89200" y="1537200"/>
            <a:ext cx="4796972" cy="43200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54FCE508-B583-E06F-6676-C97E22D79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1600" y="1537200"/>
            <a:ext cx="4320000" cy="43200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0176541B-ABC7-8609-9CEA-A9C7986AA7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61200" y="6451200"/>
            <a:ext cx="4637444" cy="43200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949DC6B1-88D6-38D0-9B15-89ECBAC1FD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35200" y="6451200"/>
            <a:ext cx="4320000" cy="43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D85B98F9-2DB7-8B1F-CF8A-B4FF55E6E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189200" y="6451200"/>
            <a:ext cx="4796972" cy="43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2364BB41-63CD-8CDD-6157-4FB236B877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31600" y="6451200"/>
            <a:ext cx="4320000" cy="43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0CC7427F-2000-B5E5-5C3C-8FD98795F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61200" y="11469600"/>
            <a:ext cx="4796972" cy="43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407C7279-10D8-5AE5-EB9C-F34C05DA2B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35200" y="11469600"/>
            <a:ext cx="4320000" cy="43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E8FE656A-00C5-C35F-CC9C-C409B8AD8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89200" y="11469600"/>
            <a:ext cx="4796972" cy="43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FEF2C0DD-FAF5-7FCC-835F-6F70490B25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31600" y="11469600"/>
            <a:ext cx="432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4029" cy="1244250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1,248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</TotalTime>
  <Words>169</Words>
  <Application>Microsoft Macintosh PowerPoint</Application>
  <PresentationFormat>自定义</PresentationFormat>
  <Paragraphs>65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15</cp:revision>
  <dcterms:created xsi:type="dcterms:W3CDTF">2026-06-19T09:16:22Z</dcterms:created>
  <dcterms:modified xsi:type="dcterms:W3CDTF">2026-06-21T08:46:14Z</dcterms:modified>
</cp:coreProperties>
</file>