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30"/>
  </p:normalViewPr>
  <p:slideViewPr>
    <p:cSldViewPr snapToGrid="0">
      <p:cViewPr varScale="1">
        <p:scale>
          <a:sx n="45" d="100"/>
          <a:sy n="45" d="100"/>
        </p:scale>
        <p:origin x="1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形 6">
            <a:extLst>
              <a:ext uri="{FF2B5EF4-FFF2-40B4-BE49-F238E27FC236}">
                <a16:creationId xmlns:a16="http://schemas.microsoft.com/office/drawing/2014/main" id="{5521E433-3B51-2704-F003-0DCFA45A51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0772" y="1951849"/>
            <a:ext cx="4320000" cy="4320000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2140772" y="1490184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84DCAF6-1293-C7CA-7A11-BEB4B20B886D}"/>
              </a:ext>
            </a:extLst>
          </p:cNvPr>
          <p:cNvSpPr txBox="1"/>
          <p:nvPr/>
        </p:nvSpPr>
        <p:spPr>
          <a:xfrm>
            <a:off x="1944010" y="6134983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886D37A-3353-D71F-9A8E-906EE36B7303}"/>
              </a:ext>
            </a:extLst>
          </p:cNvPr>
          <p:cNvSpPr txBox="1"/>
          <p:nvPr/>
        </p:nvSpPr>
        <p:spPr>
          <a:xfrm>
            <a:off x="2779944" y="6134984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B71508C-E61B-3981-7514-5DF71CE75773}"/>
              </a:ext>
            </a:extLst>
          </p:cNvPr>
          <p:cNvSpPr txBox="1"/>
          <p:nvPr/>
        </p:nvSpPr>
        <p:spPr>
          <a:xfrm>
            <a:off x="3626975" y="6134984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F5AC0272-6106-D953-9E30-7CCA0006B068}"/>
              </a:ext>
            </a:extLst>
          </p:cNvPr>
          <p:cNvSpPr txBox="1"/>
          <p:nvPr/>
        </p:nvSpPr>
        <p:spPr>
          <a:xfrm>
            <a:off x="4405493" y="6134986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6C30550-83FB-0CF0-C0FF-AE41EA61A9D0}"/>
              </a:ext>
            </a:extLst>
          </p:cNvPr>
          <p:cNvSpPr txBox="1"/>
          <p:nvPr/>
        </p:nvSpPr>
        <p:spPr>
          <a:xfrm>
            <a:off x="5252524" y="6134985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EF7A849-30F0-B227-2529-E53D041DE2FC}"/>
              </a:ext>
            </a:extLst>
          </p:cNvPr>
          <p:cNvSpPr txBox="1"/>
          <p:nvPr/>
        </p:nvSpPr>
        <p:spPr>
          <a:xfrm>
            <a:off x="6088458" y="6134984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540A52B-D363-98F4-716D-DD27E0AA0B60}"/>
              </a:ext>
            </a:extLst>
          </p:cNvPr>
          <p:cNvSpPr txBox="1"/>
          <p:nvPr/>
        </p:nvSpPr>
        <p:spPr>
          <a:xfrm>
            <a:off x="1713600" y="5871600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B244E8A-9A2C-2677-6CC6-75EB217A9BAB}"/>
              </a:ext>
            </a:extLst>
          </p:cNvPr>
          <p:cNvSpPr txBox="1"/>
          <p:nvPr/>
        </p:nvSpPr>
        <p:spPr>
          <a:xfrm>
            <a:off x="1713600" y="5139952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9C980CB-9E2F-5DB8-E659-30378C3789EB}"/>
              </a:ext>
            </a:extLst>
          </p:cNvPr>
          <p:cNvSpPr txBox="1"/>
          <p:nvPr/>
        </p:nvSpPr>
        <p:spPr>
          <a:xfrm>
            <a:off x="1713600" y="4308955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FD0E251D-69B6-C453-A7C4-C8FF7B8CD00A}"/>
              </a:ext>
            </a:extLst>
          </p:cNvPr>
          <p:cNvSpPr txBox="1"/>
          <p:nvPr/>
        </p:nvSpPr>
        <p:spPr>
          <a:xfrm>
            <a:off x="1713600" y="3462218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0.6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188378D-6818-55B0-0CAA-E0ABAD3028EB}"/>
              </a:ext>
            </a:extLst>
          </p:cNvPr>
          <p:cNvSpPr txBox="1"/>
          <p:nvPr/>
        </p:nvSpPr>
        <p:spPr>
          <a:xfrm>
            <a:off x="1713600" y="2659451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0.8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73BBE7F6-7384-4ECE-D52B-009CFBA666F9}"/>
              </a:ext>
            </a:extLst>
          </p:cNvPr>
          <p:cNvSpPr txBox="1"/>
          <p:nvPr/>
        </p:nvSpPr>
        <p:spPr>
          <a:xfrm>
            <a:off x="1713600" y="1864475"/>
            <a:ext cx="54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FEF86F4C-7A30-4383-2F59-3D4E564CEE33}"/>
              </a:ext>
            </a:extLst>
          </p:cNvPr>
          <p:cNvSpPr txBox="1"/>
          <p:nvPr/>
        </p:nvSpPr>
        <p:spPr>
          <a:xfrm>
            <a:off x="2140772" y="6345244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592689" y="3911794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EC1B-512A-3C49-6BE6-95706A23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38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24</Words>
  <Application>Microsoft Macintosh PowerPoint</Application>
  <PresentationFormat>自定义</PresentationFormat>
  <Paragraphs>15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2</cp:revision>
  <dcterms:created xsi:type="dcterms:W3CDTF">2026-06-19T09:16:22Z</dcterms:created>
  <dcterms:modified xsi:type="dcterms:W3CDTF">2026-06-19T10:52:45Z</dcterms:modified>
</cp:coreProperties>
</file>