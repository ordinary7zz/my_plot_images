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4"/>
  </p:notesMasterIdLst>
  <p:sldIdLst>
    <p:sldId id="256" r:id="rId2"/>
    <p:sldId id="257" r:id="rId3"/>
  </p:sldIdLst>
  <p:sldSz cx="23760113" cy="180006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292"/>
    <p:restoredTop sz="94491"/>
  </p:normalViewPr>
  <p:slideViewPr>
    <p:cSldViewPr snapToGrid="0">
      <p:cViewPr varScale="1">
        <p:scale>
          <a:sx n="44" d="100"/>
          <a:sy n="44" d="100"/>
        </p:scale>
        <p:origin x="1312" y="264"/>
      </p:cViewPr>
      <p:guideLst/>
    </p:cSldViewPr>
  </p:slideViewPr>
  <p:notesTextViewPr>
    <p:cViewPr>
      <p:scale>
        <a:sx n="70" d="100"/>
        <a:sy n="7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82B1127-B745-0849-B4DE-90186D8D1D7E}" type="datetimeFigureOut">
              <a:rPr kumimoji="1" lang="zh-CN" altLang="en-US" smtClean="0"/>
              <a:t>2026/7/5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392238" y="1143000"/>
            <a:ext cx="40735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EB3BADC-B76F-7A4B-9A8D-CCDCA140DB71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4026236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B3BADC-B76F-7A4B-9A8D-CCDCA140DB71}" type="slidenum">
              <a:rPr kumimoji="1" lang="zh-CN" altLang="en-US" smtClean="0"/>
              <a:t>1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1176754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82009" y="2945943"/>
            <a:ext cx="20196096" cy="6266897"/>
          </a:xfrm>
        </p:spPr>
        <p:txBody>
          <a:bodyPr anchor="b"/>
          <a:lstStyle>
            <a:lvl1pPr algn="ctr">
              <a:defRPr sz="1559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970014" y="9454516"/>
            <a:ext cx="17820085" cy="4345992"/>
          </a:xfrm>
        </p:spPr>
        <p:txBody>
          <a:bodyPr/>
          <a:lstStyle>
            <a:lvl1pPr marL="0" indent="0" algn="ctr">
              <a:buNone/>
              <a:defRPr sz="6236"/>
            </a:lvl1pPr>
            <a:lvl2pPr marL="1187988" indent="0" algn="ctr">
              <a:buNone/>
              <a:defRPr sz="5197"/>
            </a:lvl2pPr>
            <a:lvl3pPr marL="2375977" indent="0" algn="ctr">
              <a:buNone/>
              <a:defRPr sz="4677"/>
            </a:lvl3pPr>
            <a:lvl4pPr marL="3563965" indent="0" algn="ctr">
              <a:buNone/>
              <a:defRPr sz="4157"/>
            </a:lvl4pPr>
            <a:lvl5pPr marL="4751954" indent="0" algn="ctr">
              <a:buNone/>
              <a:defRPr sz="4157"/>
            </a:lvl5pPr>
            <a:lvl6pPr marL="5939942" indent="0" algn="ctr">
              <a:buNone/>
              <a:defRPr sz="4157"/>
            </a:lvl6pPr>
            <a:lvl7pPr marL="7127931" indent="0" algn="ctr">
              <a:buNone/>
              <a:defRPr sz="4157"/>
            </a:lvl7pPr>
            <a:lvl8pPr marL="8315919" indent="0" algn="ctr">
              <a:buNone/>
              <a:defRPr sz="4157"/>
            </a:lvl8pPr>
            <a:lvl9pPr marL="9503908" indent="0" algn="ctr">
              <a:buNone/>
              <a:defRPr sz="4157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CD986-F6E6-0842-93B7-4A1320D84B6C}" type="datetimeFigureOut">
              <a:rPr kumimoji="1" lang="zh-CN" altLang="en-US" smtClean="0"/>
              <a:t>2026/7/5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F5B804-AAB6-D349-B9DE-1C58CB3723C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8828319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CD986-F6E6-0842-93B7-4A1320D84B6C}" type="datetimeFigureOut">
              <a:rPr kumimoji="1" lang="zh-CN" altLang="en-US" smtClean="0"/>
              <a:t>2026/7/5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F5B804-AAB6-D349-B9DE-1C58CB3723C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6524205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21134" y="4487671"/>
            <a:ext cx="20493097" cy="7487774"/>
          </a:xfrm>
        </p:spPr>
        <p:txBody>
          <a:bodyPr anchor="b"/>
          <a:lstStyle>
            <a:lvl1pPr>
              <a:defRPr sz="1559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21134" y="12046282"/>
            <a:ext cx="20493097" cy="3937644"/>
          </a:xfrm>
        </p:spPr>
        <p:txBody>
          <a:bodyPr/>
          <a:lstStyle>
            <a:lvl1pPr marL="0" indent="0">
              <a:buNone/>
              <a:defRPr sz="6236">
                <a:solidFill>
                  <a:schemeClr val="tx1">
                    <a:tint val="82000"/>
                  </a:schemeClr>
                </a:solidFill>
              </a:defRPr>
            </a:lvl1pPr>
            <a:lvl2pPr marL="1187988" indent="0">
              <a:buNone/>
              <a:defRPr sz="5197">
                <a:solidFill>
                  <a:schemeClr val="tx1">
                    <a:tint val="82000"/>
                  </a:schemeClr>
                </a:solidFill>
              </a:defRPr>
            </a:lvl2pPr>
            <a:lvl3pPr marL="2375977" indent="0">
              <a:buNone/>
              <a:defRPr sz="4677">
                <a:solidFill>
                  <a:schemeClr val="tx1">
                    <a:tint val="82000"/>
                  </a:schemeClr>
                </a:solidFill>
              </a:defRPr>
            </a:lvl3pPr>
            <a:lvl4pPr marL="3563965" indent="0">
              <a:buNone/>
              <a:defRPr sz="4157">
                <a:solidFill>
                  <a:schemeClr val="tx1">
                    <a:tint val="82000"/>
                  </a:schemeClr>
                </a:solidFill>
              </a:defRPr>
            </a:lvl4pPr>
            <a:lvl5pPr marL="4751954" indent="0">
              <a:buNone/>
              <a:defRPr sz="4157">
                <a:solidFill>
                  <a:schemeClr val="tx1">
                    <a:tint val="82000"/>
                  </a:schemeClr>
                </a:solidFill>
              </a:defRPr>
            </a:lvl5pPr>
            <a:lvl6pPr marL="5939942" indent="0">
              <a:buNone/>
              <a:defRPr sz="4157">
                <a:solidFill>
                  <a:schemeClr val="tx1">
                    <a:tint val="82000"/>
                  </a:schemeClr>
                </a:solidFill>
              </a:defRPr>
            </a:lvl6pPr>
            <a:lvl7pPr marL="7127931" indent="0">
              <a:buNone/>
              <a:defRPr sz="4157">
                <a:solidFill>
                  <a:schemeClr val="tx1">
                    <a:tint val="82000"/>
                  </a:schemeClr>
                </a:solidFill>
              </a:defRPr>
            </a:lvl7pPr>
            <a:lvl8pPr marL="8315919" indent="0">
              <a:buNone/>
              <a:defRPr sz="4157">
                <a:solidFill>
                  <a:schemeClr val="tx1">
                    <a:tint val="82000"/>
                  </a:schemeClr>
                </a:solidFill>
              </a:defRPr>
            </a:lvl8pPr>
            <a:lvl9pPr marL="9503908" indent="0">
              <a:buNone/>
              <a:defRPr sz="4157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CD986-F6E6-0842-93B7-4A1320D84B6C}" type="datetimeFigureOut">
              <a:rPr kumimoji="1" lang="zh-CN" altLang="en-US" smtClean="0"/>
              <a:t>2026/7/5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F5B804-AAB6-D349-B9DE-1C58CB3723C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654636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633508" y="4791843"/>
            <a:ext cx="10098048" cy="11421255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028557" y="4791843"/>
            <a:ext cx="10098048" cy="11421255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CD986-F6E6-0842-93B7-4A1320D84B6C}" type="datetimeFigureOut">
              <a:rPr kumimoji="1" lang="zh-CN" altLang="en-US" smtClean="0"/>
              <a:t>2026/7/5</a:t>
            </a:fld>
            <a:endParaRPr kumimoji="1"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F5B804-AAB6-D349-B9DE-1C58CB3723C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0648748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36603" y="958373"/>
            <a:ext cx="20493097" cy="3479296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36605" y="4412664"/>
            <a:ext cx="10051640" cy="2162578"/>
          </a:xfrm>
        </p:spPr>
        <p:txBody>
          <a:bodyPr anchor="b"/>
          <a:lstStyle>
            <a:lvl1pPr marL="0" indent="0">
              <a:buNone/>
              <a:defRPr sz="6236" b="1"/>
            </a:lvl1pPr>
            <a:lvl2pPr marL="1187988" indent="0">
              <a:buNone/>
              <a:defRPr sz="5197" b="1"/>
            </a:lvl2pPr>
            <a:lvl3pPr marL="2375977" indent="0">
              <a:buNone/>
              <a:defRPr sz="4677" b="1"/>
            </a:lvl3pPr>
            <a:lvl4pPr marL="3563965" indent="0">
              <a:buNone/>
              <a:defRPr sz="4157" b="1"/>
            </a:lvl4pPr>
            <a:lvl5pPr marL="4751954" indent="0">
              <a:buNone/>
              <a:defRPr sz="4157" b="1"/>
            </a:lvl5pPr>
            <a:lvl6pPr marL="5939942" indent="0">
              <a:buNone/>
              <a:defRPr sz="4157" b="1"/>
            </a:lvl6pPr>
            <a:lvl7pPr marL="7127931" indent="0">
              <a:buNone/>
              <a:defRPr sz="4157" b="1"/>
            </a:lvl7pPr>
            <a:lvl8pPr marL="8315919" indent="0">
              <a:buNone/>
              <a:defRPr sz="4157" b="1"/>
            </a:lvl8pPr>
            <a:lvl9pPr marL="9503908" indent="0">
              <a:buNone/>
              <a:defRPr sz="4157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636605" y="6575242"/>
            <a:ext cx="10051640" cy="9671191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2028558" y="4412664"/>
            <a:ext cx="10101143" cy="2162578"/>
          </a:xfrm>
        </p:spPr>
        <p:txBody>
          <a:bodyPr anchor="b"/>
          <a:lstStyle>
            <a:lvl1pPr marL="0" indent="0">
              <a:buNone/>
              <a:defRPr sz="6236" b="1"/>
            </a:lvl1pPr>
            <a:lvl2pPr marL="1187988" indent="0">
              <a:buNone/>
              <a:defRPr sz="5197" b="1"/>
            </a:lvl2pPr>
            <a:lvl3pPr marL="2375977" indent="0">
              <a:buNone/>
              <a:defRPr sz="4677" b="1"/>
            </a:lvl3pPr>
            <a:lvl4pPr marL="3563965" indent="0">
              <a:buNone/>
              <a:defRPr sz="4157" b="1"/>
            </a:lvl4pPr>
            <a:lvl5pPr marL="4751954" indent="0">
              <a:buNone/>
              <a:defRPr sz="4157" b="1"/>
            </a:lvl5pPr>
            <a:lvl6pPr marL="5939942" indent="0">
              <a:buNone/>
              <a:defRPr sz="4157" b="1"/>
            </a:lvl6pPr>
            <a:lvl7pPr marL="7127931" indent="0">
              <a:buNone/>
              <a:defRPr sz="4157" b="1"/>
            </a:lvl7pPr>
            <a:lvl8pPr marL="8315919" indent="0">
              <a:buNone/>
              <a:defRPr sz="4157" b="1"/>
            </a:lvl8pPr>
            <a:lvl9pPr marL="9503908" indent="0">
              <a:buNone/>
              <a:defRPr sz="4157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2028558" y="6575242"/>
            <a:ext cx="10101143" cy="9671191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CD986-F6E6-0842-93B7-4A1320D84B6C}" type="datetimeFigureOut">
              <a:rPr kumimoji="1" lang="zh-CN" altLang="en-US" smtClean="0"/>
              <a:t>2026/7/5</a:t>
            </a:fld>
            <a:endParaRPr kumimoji="1"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F5B804-AAB6-D349-B9DE-1C58CB3723C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9265099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CD986-F6E6-0842-93B7-4A1320D84B6C}" type="datetimeFigureOut">
              <a:rPr kumimoji="1" lang="zh-CN" altLang="en-US" smtClean="0"/>
              <a:t>2026/7/5</a:t>
            </a:fld>
            <a:endParaRPr kumimoji="1"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F5B804-AAB6-D349-B9DE-1C58CB3723C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9725377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CD986-F6E6-0842-93B7-4A1320D84B6C}" type="datetimeFigureOut">
              <a:rPr kumimoji="1" lang="zh-CN" altLang="en-US" smtClean="0"/>
              <a:t>2026/7/5</a:t>
            </a:fld>
            <a:endParaRPr kumimoji="1"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F5B804-AAB6-D349-B9DE-1C58CB3723C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9402422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36602" y="1200044"/>
            <a:ext cx="7663255" cy="4200155"/>
          </a:xfrm>
        </p:spPr>
        <p:txBody>
          <a:bodyPr anchor="b"/>
          <a:lstStyle>
            <a:lvl1pPr>
              <a:defRPr sz="8315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101143" y="2591766"/>
            <a:ext cx="12028557" cy="12792138"/>
          </a:xfrm>
        </p:spPr>
        <p:txBody>
          <a:bodyPr/>
          <a:lstStyle>
            <a:lvl1pPr>
              <a:defRPr sz="8315"/>
            </a:lvl1pPr>
            <a:lvl2pPr>
              <a:defRPr sz="7276"/>
            </a:lvl2pPr>
            <a:lvl3pPr>
              <a:defRPr sz="6236"/>
            </a:lvl3pPr>
            <a:lvl4pPr>
              <a:defRPr sz="5197"/>
            </a:lvl4pPr>
            <a:lvl5pPr>
              <a:defRPr sz="5197"/>
            </a:lvl5pPr>
            <a:lvl6pPr>
              <a:defRPr sz="5197"/>
            </a:lvl6pPr>
            <a:lvl7pPr>
              <a:defRPr sz="5197"/>
            </a:lvl7pPr>
            <a:lvl8pPr>
              <a:defRPr sz="5197"/>
            </a:lvl8pPr>
            <a:lvl9pPr>
              <a:defRPr sz="5197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36602" y="5400199"/>
            <a:ext cx="7663255" cy="10004536"/>
          </a:xfrm>
        </p:spPr>
        <p:txBody>
          <a:bodyPr/>
          <a:lstStyle>
            <a:lvl1pPr marL="0" indent="0">
              <a:buNone/>
              <a:defRPr sz="4157"/>
            </a:lvl1pPr>
            <a:lvl2pPr marL="1187988" indent="0">
              <a:buNone/>
              <a:defRPr sz="3638"/>
            </a:lvl2pPr>
            <a:lvl3pPr marL="2375977" indent="0">
              <a:buNone/>
              <a:defRPr sz="3118"/>
            </a:lvl3pPr>
            <a:lvl4pPr marL="3563965" indent="0">
              <a:buNone/>
              <a:defRPr sz="2598"/>
            </a:lvl4pPr>
            <a:lvl5pPr marL="4751954" indent="0">
              <a:buNone/>
              <a:defRPr sz="2598"/>
            </a:lvl5pPr>
            <a:lvl6pPr marL="5939942" indent="0">
              <a:buNone/>
              <a:defRPr sz="2598"/>
            </a:lvl6pPr>
            <a:lvl7pPr marL="7127931" indent="0">
              <a:buNone/>
              <a:defRPr sz="2598"/>
            </a:lvl7pPr>
            <a:lvl8pPr marL="8315919" indent="0">
              <a:buNone/>
              <a:defRPr sz="2598"/>
            </a:lvl8pPr>
            <a:lvl9pPr marL="9503908" indent="0">
              <a:buNone/>
              <a:defRPr sz="2598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CD986-F6E6-0842-93B7-4A1320D84B6C}" type="datetimeFigureOut">
              <a:rPr kumimoji="1" lang="zh-CN" altLang="en-US" smtClean="0"/>
              <a:t>2026/7/5</a:t>
            </a:fld>
            <a:endParaRPr kumimoji="1"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F5B804-AAB6-D349-B9DE-1C58CB3723C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6980893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36602" y="1200044"/>
            <a:ext cx="7663255" cy="4200155"/>
          </a:xfrm>
        </p:spPr>
        <p:txBody>
          <a:bodyPr anchor="b"/>
          <a:lstStyle>
            <a:lvl1pPr>
              <a:defRPr sz="8315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0101143" y="2591766"/>
            <a:ext cx="12028557" cy="12792138"/>
          </a:xfrm>
        </p:spPr>
        <p:txBody>
          <a:bodyPr anchor="t"/>
          <a:lstStyle>
            <a:lvl1pPr marL="0" indent="0">
              <a:buNone/>
              <a:defRPr sz="8315"/>
            </a:lvl1pPr>
            <a:lvl2pPr marL="1187988" indent="0">
              <a:buNone/>
              <a:defRPr sz="7276"/>
            </a:lvl2pPr>
            <a:lvl3pPr marL="2375977" indent="0">
              <a:buNone/>
              <a:defRPr sz="6236"/>
            </a:lvl3pPr>
            <a:lvl4pPr marL="3563965" indent="0">
              <a:buNone/>
              <a:defRPr sz="5197"/>
            </a:lvl4pPr>
            <a:lvl5pPr marL="4751954" indent="0">
              <a:buNone/>
              <a:defRPr sz="5197"/>
            </a:lvl5pPr>
            <a:lvl6pPr marL="5939942" indent="0">
              <a:buNone/>
              <a:defRPr sz="5197"/>
            </a:lvl6pPr>
            <a:lvl7pPr marL="7127931" indent="0">
              <a:buNone/>
              <a:defRPr sz="5197"/>
            </a:lvl7pPr>
            <a:lvl8pPr marL="8315919" indent="0">
              <a:buNone/>
              <a:defRPr sz="5197"/>
            </a:lvl8pPr>
            <a:lvl9pPr marL="9503908" indent="0">
              <a:buNone/>
              <a:defRPr sz="5197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36602" y="5400199"/>
            <a:ext cx="7663255" cy="10004536"/>
          </a:xfrm>
        </p:spPr>
        <p:txBody>
          <a:bodyPr/>
          <a:lstStyle>
            <a:lvl1pPr marL="0" indent="0">
              <a:buNone/>
              <a:defRPr sz="4157"/>
            </a:lvl1pPr>
            <a:lvl2pPr marL="1187988" indent="0">
              <a:buNone/>
              <a:defRPr sz="3638"/>
            </a:lvl2pPr>
            <a:lvl3pPr marL="2375977" indent="0">
              <a:buNone/>
              <a:defRPr sz="3118"/>
            </a:lvl3pPr>
            <a:lvl4pPr marL="3563965" indent="0">
              <a:buNone/>
              <a:defRPr sz="2598"/>
            </a:lvl4pPr>
            <a:lvl5pPr marL="4751954" indent="0">
              <a:buNone/>
              <a:defRPr sz="2598"/>
            </a:lvl5pPr>
            <a:lvl6pPr marL="5939942" indent="0">
              <a:buNone/>
              <a:defRPr sz="2598"/>
            </a:lvl6pPr>
            <a:lvl7pPr marL="7127931" indent="0">
              <a:buNone/>
              <a:defRPr sz="2598"/>
            </a:lvl7pPr>
            <a:lvl8pPr marL="8315919" indent="0">
              <a:buNone/>
              <a:defRPr sz="2598"/>
            </a:lvl8pPr>
            <a:lvl9pPr marL="9503908" indent="0">
              <a:buNone/>
              <a:defRPr sz="2598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CD986-F6E6-0842-93B7-4A1320D84B6C}" type="datetimeFigureOut">
              <a:rPr kumimoji="1" lang="zh-CN" altLang="en-US" smtClean="0"/>
              <a:t>2026/7/5</a:t>
            </a:fld>
            <a:endParaRPr kumimoji="1"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F5B804-AAB6-D349-B9DE-1C58CB3723C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6615775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CD986-F6E6-0842-93B7-4A1320D84B6C}" type="datetimeFigureOut">
              <a:rPr kumimoji="1" lang="zh-CN" altLang="en-US" smtClean="0"/>
              <a:t>2026/7/5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F5B804-AAB6-D349-B9DE-1C58CB3723C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3570623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7003332" y="958369"/>
            <a:ext cx="5123274" cy="15254730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633509" y="958369"/>
            <a:ext cx="15072822" cy="15254730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CD986-F6E6-0842-93B7-4A1320D84B6C}" type="datetimeFigureOut">
              <a:rPr kumimoji="1" lang="zh-CN" altLang="en-US" smtClean="0"/>
              <a:t>2026/7/5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F5B804-AAB6-D349-B9DE-1C58CB3723C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9642320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633508" y="958373"/>
            <a:ext cx="20493097" cy="34792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33508" y="4791843"/>
            <a:ext cx="20493097" cy="114212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633508" y="16683952"/>
            <a:ext cx="5346025" cy="9583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118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ECD986-F6E6-0842-93B7-4A1320D84B6C}" type="datetimeFigureOut">
              <a:rPr kumimoji="1" lang="zh-CN" altLang="en-US" smtClean="0"/>
              <a:t>2026/7/5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870538" y="16683952"/>
            <a:ext cx="8019038" cy="9583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118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6780580" y="16683952"/>
            <a:ext cx="5346025" cy="9583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118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F5B804-AAB6-D349-B9DE-1C58CB3723C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3520750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2375977" rtl="0" eaLnBrk="1" latinLnBrk="0" hangingPunct="1">
        <a:lnSpc>
          <a:spcPct val="90000"/>
        </a:lnSpc>
        <a:spcBef>
          <a:spcPct val="0"/>
        </a:spcBef>
        <a:buNone/>
        <a:defRPr sz="114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93994" indent="-593994" algn="l" defTabSz="2375977" rtl="0" eaLnBrk="1" latinLnBrk="0" hangingPunct="1">
        <a:lnSpc>
          <a:spcPct val="90000"/>
        </a:lnSpc>
        <a:spcBef>
          <a:spcPts val="2598"/>
        </a:spcBef>
        <a:buFont typeface="Arial" panose="020B0604020202020204" pitchFamily="34" charset="0"/>
        <a:buChar char="•"/>
        <a:defRPr sz="7276" kern="1200">
          <a:solidFill>
            <a:schemeClr val="tx1"/>
          </a:solidFill>
          <a:latin typeface="+mn-lt"/>
          <a:ea typeface="+mn-ea"/>
          <a:cs typeface="+mn-cs"/>
        </a:defRPr>
      </a:lvl1pPr>
      <a:lvl2pPr marL="1781983" indent="-593994" algn="l" defTabSz="2375977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6236" kern="1200">
          <a:solidFill>
            <a:schemeClr val="tx1"/>
          </a:solidFill>
          <a:latin typeface="+mn-lt"/>
          <a:ea typeface="+mn-ea"/>
          <a:cs typeface="+mn-cs"/>
        </a:defRPr>
      </a:lvl2pPr>
      <a:lvl3pPr marL="2969971" indent="-593994" algn="l" defTabSz="2375977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5197" kern="1200">
          <a:solidFill>
            <a:schemeClr val="tx1"/>
          </a:solidFill>
          <a:latin typeface="+mn-lt"/>
          <a:ea typeface="+mn-ea"/>
          <a:cs typeface="+mn-cs"/>
        </a:defRPr>
      </a:lvl3pPr>
      <a:lvl4pPr marL="4157960" indent="-593994" algn="l" defTabSz="2375977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4pPr>
      <a:lvl5pPr marL="5345948" indent="-593994" algn="l" defTabSz="2375977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5pPr>
      <a:lvl6pPr marL="6533937" indent="-593994" algn="l" defTabSz="2375977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6pPr>
      <a:lvl7pPr marL="7721925" indent="-593994" algn="l" defTabSz="2375977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7pPr>
      <a:lvl8pPr marL="8909914" indent="-593994" algn="l" defTabSz="2375977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8pPr>
      <a:lvl9pPr marL="10097902" indent="-593994" algn="l" defTabSz="2375977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1pPr>
      <a:lvl2pPr marL="1187988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2pPr>
      <a:lvl3pPr marL="2375977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3pPr>
      <a:lvl4pPr marL="3563965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4pPr>
      <a:lvl5pPr marL="4751954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5pPr>
      <a:lvl6pPr marL="5939942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6pPr>
      <a:lvl7pPr marL="7127931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7pPr>
      <a:lvl8pPr marL="8315919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8pPr>
      <a:lvl9pPr marL="9503908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13" Type="http://schemas.openxmlformats.org/officeDocument/2006/relationships/image" Target="../media/image11.svg"/><Relationship Id="rId3" Type="http://schemas.openxmlformats.org/officeDocument/2006/relationships/image" Target="../media/image1.svg"/><Relationship Id="rId7" Type="http://schemas.openxmlformats.org/officeDocument/2006/relationships/image" Target="../media/image5.svg"/><Relationship Id="rId12" Type="http://schemas.openxmlformats.org/officeDocument/2006/relationships/image" Target="../media/image10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svg"/><Relationship Id="rId11" Type="http://schemas.openxmlformats.org/officeDocument/2006/relationships/image" Target="../media/image9.svg"/><Relationship Id="rId5" Type="http://schemas.openxmlformats.org/officeDocument/2006/relationships/image" Target="../media/image3.svg"/><Relationship Id="rId10" Type="http://schemas.openxmlformats.org/officeDocument/2006/relationships/image" Target="../media/image8.svg"/><Relationship Id="rId4" Type="http://schemas.openxmlformats.org/officeDocument/2006/relationships/image" Target="../media/image2.svg"/><Relationship Id="rId9" Type="http://schemas.openxmlformats.org/officeDocument/2006/relationships/image" Target="../media/image7.svg"/><Relationship Id="rId14" Type="http://schemas.openxmlformats.org/officeDocument/2006/relationships/image" Target="../media/image12.sv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sv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框 7">
            <a:extLst>
              <a:ext uri="{FF2B5EF4-FFF2-40B4-BE49-F238E27FC236}">
                <a16:creationId xmlns:a16="http://schemas.microsoft.com/office/drawing/2014/main" id="{B577E2E6-BBA4-A26F-669C-8CD487B45D60}"/>
              </a:ext>
            </a:extLst>
          </p:cNvPr>
          <p:cNvSpPr txBox="1"/>
          <p:nvPr/>
        </p:nvSpPr>
        <p:spPr>
          <a:xfrm>
            <a:off x="1733511" y="1203906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TN3K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Position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(N=5347)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A5F79301-FA06-21D5-3799-0814545FAE9A}"/>
              </a:ext>
            </a:extLst>
          </p:cNvPr>
          <p:cNvSpPr txBox="1"/>
          <p:nvPr/>
        </p:nvSpPr>
        <p:spPr>
          <a:xfrm rot="16200000">
            <a:off x="-533261" y="3265046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Pos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y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8FCCFA40-631D-F27E-8DF1-51A598CF3691}"/>
              </a:ext>
            </a:extLst>
          </p:cNvPr>
          <p:cNvSpPr txBox="1"/>
          <p:nvPr/>
        </p:nvSpPr>
        <p:spPr>
          <a:xfrm>
            <a:off x="1733510" y="5682623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Pos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x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65350404-AB82-9C6C-74FA-C2D28F2826F0}"/>
              </a:ext>
            </a:extLst>
          </p:cNvPr>
          <p:cNvSpPr txBox="1"/>
          <p:nvPr/>
        </p:nvSpPr>
        <p:spPr>
          <a:xfrm>
            <a:off x="6597978" y="5682936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Relative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size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C33D3CA7-B6AA-3A72-257C-3689ACD2B502}"/>
              </a:ext>
            </a:extLst>
          </p:cNvPr>
          <p:cNvSpPr txBox="1"/>
          <p:nvPr/>
        </p:nvSpPr>
        <p:spPr>
          <a:xfrm>
            <a:off x="6599278" y="1204852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TN3K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Size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(N=5347</a:t>
            </a:r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kumimoji="1"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06EAB93B-ACD9-9ACA-28E7-D5297E079B57}"/>
              </a:ext>
            </a:extLst>
          </p:cNvPr>
          <p:cNvSpPr txBox="1"/>
          <p:nvPr/>
        </p:nvSpPr>
        <p:spPr>
          <a:xfrm rot="16200000">
            <a:off x="4093565" y="3265359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Density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C7E37F86-A5AA-6986-DD6F-BF81C4BBDA74}"/>
              </a:ext>
            </a:extLst>
          </p:cNvPr>
          <p:cNvSpPr txBox="1"/>
          <p:nvPr/>
        </p:nvSpPr>
        <p:spPr>
          <a:xfrm>
            <a:off x="11868692" y="5682936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Pos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x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ED17A11F-6493-F2B3-F4B9-084DF90C1CDB}"/>
              </a:ext>
            </a:extLst>
          </p:cNvPr>
          <p:cNvSpPr txBox="1"/>
          <p:nvPr/>
        </p:nvSpPr>
        <p:spPr>
          <a:xfrm>
            <a:off x="16733160" y="5682936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Relative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size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FE1E10C3-D6AC-2329-849D-D47D2194AC46}"/>
              </a:ext>
            </a:extLst>
          </p:cNvPr>
          <p:cNvSpPr txBox="1"/>
          <p:nvPr/>
        </p:nvSpPr>
        <p:spPr>
          <a:xfrm rot="16200000">
            <a:off x="9346351" y="3265359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Pos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y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404BE88D-4B96-1695-BCBE-2DDF7F322518}"/>
              </a:ext>
            </a:extLst>
          </p:cNvPr>
          <p:cNvSpPr txBox="1"/>
          <p:nvPr/>
        </p:nvSpPr>
        <p:spPr>
          <a:xfrm rot="16200000">
            <a:off x="13973177" y="3265359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Density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2206714E-2A1A-1CE1-CD85-F81DA70ECEDF}"/>
              </a:ext>
            </a:extLst>
          </p:cNvPr>
          <p:cNvSpPr txBox="1"/>
          <p:nvPr/>
        </p:nvSpPr>
        <p:spPr>
          <a:xfrm>
            <a:off x="11868691" y="1204852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TN5K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Position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(N=5000</a:t>
            </a:r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kumimoji="1"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37AAC4B5-1E32-9F17-B1FD-C59FE675116B}"/>
              </a:ext>
            </a:extLst>
          </p:cNvPr>
          <p:cNvSpPr txBox="1"/>
          <p:nvPr/>
        </p:nvSpPr>
        <p:spPr>
          <a:xfrm>
            <a:off x="16733158" y="1204852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TN5K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Size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(N=5000)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7A8FE8D2-D0E1-6817-C44B-C8DDEA1F7B93}"/>
              </a:ext>
            </a:extLst>
          </p:cNvPr>
          <p:cNvSpPr txBox="1"/>
          <p:nvPr/>
        </p:nvSpPr>
        <p:spPr>
          <a:xfrm>
            <a:off x="1733509" y="6121826"/>
            <a:ext cx="44509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 err="1">
                <a:latin typeface="Arial" panose="020B0604020202020204" pitchFamily="34" charset="0"/>
                <a:cs typeface="Arial" panose="020B0604020202020204" pitchFamily="34" charset="0"/>
              </a:rPr>
              <a:t>ThyroidXL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Position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(N=11635)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F858EA0E-0D76-BEBF-2622-01801FA274AF}"/>
              </a:ext>
            </a:extLst>
          </p:cNvPr>
          <p:cNvSpPr txBox="1"/>
          <p:nvPr/>
        </p:nvSpPr>
        <p:spPr>
          <a:xfrm rot="16200000">
            <a:off x="-533263" y="8182966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Pos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y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AAE4E19F-E5E0-D0B0-A1C3-A22D62BF0AAB}"/>
              </a:ext>
            </a:extLst>
          </p:cNvPr>
          <p:cNvSpPr txBox="1"/>
          <p:nvPr/>
        </p:nvSpPr>
        <p:spPr>
          <a:xfrm>
            <a:off x="1733508" y="10600543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Pos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x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280EE2D3-ED69-4B75-9B74-FD7776BC2883}"/>
              </a:ext>
            </a:extLst>
          </p:cNvPr>
          <p:cNvSpPr txBox="1"/>
          <p:nvPr/>
        </p:nvSpPr>
        <p:spPr>
          <a:xfrm>
            <a:off x="6597976" y="10600856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Relative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size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5BE37944-3F83-AC3C-5DFC-CB8F36C15C6E}"/>
              </a:ext>
            </a:extLst>
          </p:cNvPr>
          <p:cNvSpPr txBox="1"/>
          <p:nvPr/>
        </p:nvSpPr>
        <p:spPr>
          <a:xfrm>
            <a:off x="6599276" y="6122772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 err="1">
                <a:latin typeface="Arial" panose="020B0604020202020204" pitchFamily="34" charset="0"/>
                <a:cs typeface="Arial" panose="020B0604020202020204" pitchFamily="34" charset="0"/>
              </a:rPr>
              <a:t>ThyroidXL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Size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(N=11635)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B300CFFF-215A-8116-9303-9F346DB2A244}"/>
              </a:ext>
            </a:extLst>
          </p:cNvPr>
          <p:cNvSpPr txBox="1"/>
          <p:nvPr/>
        </p:nvSpPr>
        <p:spPr>
          <a:xfrm rot="16200000">
            <a:off x="4093563" y="8183279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Density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958EE90C-5C82-6FB2-500D-8C0612318D6B}"/>
              </a:ext>
            </a:extLst>
          </p:cNvPr>
          <p:cNvSpPr txBox="1"/>
          <p:nvPr/>
        </p:nvSpPr>
        <p:spPr>
          <a:xfrm>
            <a:off x="11868690" y="10600856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Pos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x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8FFEC03E-F606-B11D-FF3F-24FAF64A055C}"/>
              </a:ext>
            </a:extLst>
          </p:cNvPr>
          <p:cNvSpPr txBox="1"/>
          <p:nvPr/>
        </p:nvSpPr>
        <p:spPr>
          <a:xfrm>
            <a:off x="16733158" y="10600856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Relative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size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6803135B-339C-C40D-4EBE-8DAA2BF8F991}"/>
              </a:ext>
            </a:extLst>
          </p:cNvPr>
          <p:cNvSpPr txBox="1"/>
          <p:nvPr/>
        </p:nvSpPr>
        <p:spPr>
          <a:xfrm rot="16200000">
            <a:off x="9346349" y="8183279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Pos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y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38DBEA47-2D3F-5D7F-2AE3-6762FBAD2452}"/>
              </a:ext>
            </a:extLst>
          </p:cNvPr>
          <p:cNvSpPr txBox="1"/>
          <p:nvPr/>
        </p:nvSpPr>
        <p:spPr>
          <a:xfrm rot="16200000">
            <a:off x="13973175" y="8183279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Density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1811A470-BB0C-7C6A-463E-6ADE1832A91D}"/>
              </a:ext>
            </a:extLst>
          </p:cNvPr>
          <p:cNvSpPr txBox="1"/>
          <p:nvPr/>
        </p:nvSpPr>
        <p:spPr>
          <a:xfrm>
            <a:off x="11868689" y="6122772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PKTN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Position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(N=1003)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246C74AA-55B3-502E-50BE-CD3B76DECFDC}"/>
              </a:ext>
            </a:extLst>
          </p:cNvPr>
          <p:cNvSpPr txBox="1"/>
          <p:nvPr/>
        </p:nvSpPr>
        <p:spPr>
          <a:xfrm>
            <a:off x="16733156" y="6122772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PKTN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Size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(N=1003)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9CFCD99C-0E51-7097-8F14-0BB1F5583784}"/>
              </a:ext>
            </a:extLst>
          </p:cNvPr>
          <p:cNvSpPr txBox="1"/>
          <p:nvPr/>
        </p:nvSpPr>
        <p:spPr>
          <a:xfrm>
            <a:off x="1733508" y="11139633"/>
            <a:ext cx="444962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ZJH-2K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Position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(N=1854)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1" name="文本框 70">
            <a:extLst>
              <a:ext uri="{FF2B5EF4-FFF2-40B4-BE49-F238E27FC236}">
                <a16:creationId xmlns:a16="http://schemas.microsoft.com/office/drawing/2014/main" id="{2C0F7152-AD51-BE59-D412-082CA71EFAD1}"/>
              </a:ext>
            </a:extLst>
          </p:cNvPr>
          <p:cNvSpPr txBox="1"/>
          <p:nvPr/>
        </p:nvSpPr>
        <p:spPr>
          <a:xfrm rot="16200000">
            <a:off x="-533263" y="13200773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Pos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y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A5D1F77C-DD22-AB2A-69D2-5B91C98F8F6E}"/>
              </a:ext>
            </a:extLst>
          </p:cNvPr>
          <p:cNvSpPr txBox="1"/>
          <p:nvPr/>
        </p:nvSpPr>
        <p:spPr>
          <a:xfrm>
            <a:off x="1733508" y="15618350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Pos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x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432F5A1A-33B5-8D11-349B-4724ECED0FE1}"/>
              </a:ext>
            </a:extLst>
          </p:cNvPr>
          <p:cNvSpPr txBox="1"/>
          <p:nvPr/>
        </p:nvSpPr>
        <p:spPr>
          <a:xfrm>
            <a:off x="6597976" y="15618663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Relative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size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499215DE-AB95-4E28-CADD-AC16E2AE3E90}"/>
              </a:ext>
            </a:extLst>
          </p:cNvPr>
          <p:cNvSpPr txBox="1"/>
          <p:nvPr/>
        </p:nvSpPr>
        <p:spPr>
          <a:xfrm>
            <a:off x="6599276" y="11140579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ZJH-2K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Size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(N=1854)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55C3C259-06A3-855F-573A-B23110A82C1D}"/>
              </a:ext>
            </a:extLst>
          </p:cNvPr>
          <p:cNvSpPr txBox="1"/>
          <p:nvPr/>
        </p:nvSpPr>
        <p:spPr>
          <a:xfrm rot="16200000">
            <a:off x="4093563" y="13231863"/>
            <a:ext cx="4320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Density</a:t>
            </a:r>
            <a:endParaRPr kumimoji="1"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0" name="文本框 79">
            <a:extLst>
              <a:ext uri="{FF2B5EF4-FFF2-40B4-BE49-F238E27FC236}">
                <a16:creationId xmlns:a16="http://schemas.microsoft.com/office/drawing/2014/main" id="{BB8D2642-B529-0998-78B1-B2DE2CAE043E}"/>
              </a:ext>
            </a:extLst>
          </p:cNvPr>
          <p:cNvSpPr txBox="1"/>
          <p:nvPr/>
        </p:nvSpPr>
        <p:spPr>
          <a:xfrm>
            <a:off x="11868690" y="15618663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Pos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x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1" name="文本框 80">
            <a:extLst>
              <a:ext uri="{FF2B5EF4-FFF2-40B4-BE49-F238E27FC236}">
                <a16:creationId xmlns:a16="http://schemas.microsoft.com/office/drawing/2014/main" id="{5DF6079A-E140-643E-4817-F7177D939A48}"/>
              </a:ext>
            </a:extLst>
          </p:cNvPr>
          <p:cNvSpPr txBox="1"/>
          <p:nvPr/>
        </p:nvSpPr>
        <p:spPr>
          <a:xfrm>
            <a:off x="16733158" y="15618663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Relative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size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28DB97C9-0124-4EF8-E7C6-3756FEF8C466}"/>
              </a:ext>
            </a:extLst>
          </p:cNvPr>
          <p:cNvSpPr txBox="1"/>
          <p:nvPr/>
        </p:nvSpPr>
        <p:spPr>
          <a:xfrm rot="16200000">
            <a:off x="9346349" y="13201086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Pos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y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3" name="文本框 82">
            <a:extLst>
              <a:ext uri="{FF2B5EF4-FFF2-40B4-BE49-F238E27FC236}">
                <a16:creationId xmlns:a16="http://schemas.microsoft.com/office/drawing/2014/main" id="{B50F4195-2619-4718-571A-9326C921A130}"/>
              </a:ext>
            </a:extLst>
          </p:cNvPr>
          <p:cNvSpPr txBox="1"/>
          <p:nvPr/>
        </p:nvSpPr>
        <p:spPr>
          <a:xfrm rot="16200000">
            <a:off x="13973175" y="13201086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Density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4" name="文本框 83">
            <a:extLst>
              <a:ext uri="{FF2B5EF4-FFF2-40B4-BE49-F238E27FC236}">
                <a16:creationId xmlns:a16="http://schemas.microsoft.com/office/drawing/2014/main" id="{2EBA0AF1-5163-3477-B539-E6D5E1D2F903}"/>
              </a:ext>
            </a:extLst>
          </p:cNvPr>
          <p:cNvSpPr txBox="1"/>
          <p:nvPr/>
        </p:nvSpPr>
        <p:spPr>
          <a:xfrm>
            <a:off x="11737948" y="11140579"/>
            <a:ext cx="470078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SHH-7K–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Position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(N=7288)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5" name="文本框 84">
            <a:extLst>
              <a:ext uri="{FF2B5EF4-FFF2-40B4-BE49-F238E27FC236}">
                <a16:creationId xmlns:a16="http://schemas.microsoft.com/office/drawing/2014/main" id="{C0F41947-9407-AF6A-9422-40D2542E8083}"/>
              </a:ext>
            </a:extLst>
          </p:cNvPr>
          <p:cNvSpPr txBox="1"/>
          <p:nvPr/>
        </p:nvSpPr>
        <p:spPr>
          <a:xfrm>
            <a:off x="16733156" y="11140579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>
                <a:latin typeface="Arial" panose="020B0604020202020204" pitchFamily="34" charset="0"/>
                <a:cs typeface="Arial" panose="020B0604020202020204" pitchFamily="34" charset="0"/>
              </a:rPr>
              <a:t>SHH-7K</a:t>
            </a:r>
            <a:r>
              <a:rPr kumimoji="1" lang="zh-CN" altLang="en-US" sz="240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Size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(N=7288)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D5191ABA-9405-5509-71C1-97E248DB4B08}"/>
              </a:ext>
            </a:extLst>
          </p:cNvPr>
          <p:cNvSpPr txBox="1"/>
          <p:nvPr/>
        </p:nvSpPr>
        <p:spPr>
          <a:xfrm>
            <a:off x="1267200" y="993600"/>
            <a:ext cx="720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3600" b="1" dirty="0">
                <a:latin typeface="Arial" panose="020B0604020202020204" pitchFamily="34" charset="0"/>
                <a:cs typeface="Arial" panose="020B0604020202020204" pitchFamily="34" charset="0"/>
              </a:rPr>
              <a:t>a</a:t>
            </a:r>
            <a:endParaRPr kumimoji="1" lang="zh-CN" altLang="en-US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CEF38BC-99DC-F889-F692-DEC4781B339E}"/>
              </a:ext>
            </a:extLst>
          </p:cNvPr>
          <p:cNvSpPr txBox="1"/>
          <p:nvPr/>
        </p:nvSpPr>
        <p:spPr>
          <a:xfrm>
            <a:off x="1267200" y="5739579"/>
            <a:ext cx="720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3600" b="1" dirty="0">
                <a:latin typeface="Arial" panose="020B0604020202020204" pitchFamily="34" charset="0"/>
                <a:cs typeface="Arial" panose="020B0604020202020204" pitchFamily="34" charset="0"/>
              </a:rPr>
              <a:t>c</a:t>
            </a:r>
            <a:endParaRPr kumimoji="1" lang="zh-CN" altLang="en-US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5762E4B-CCF8-8AE7-6D3C-FBEE22FE1454}"/>
              </a:ext>
            </a:extLst>
          </p:cNvPr>
          <p:cNvSpPr txBox="1"/>
          <p:nvPr/>
        </p:nvSpPr>
        <p:spPr>
          <a:xfrm>
            <a:off x="1267200" y="10823371"/>
            <a:ext cx="720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3600" b="1" dirty="0">
                <a:latin typeface="Arial" panose="020B0604020202020204" pitchFamily="34" charset="0"/>
                <a:cs typeface="Arial" panose="020B0604020202020204" pitchFamily="34" charset="0"/>
              </a:rPr>
              <a:t>e</a:t>
            </a:r>
            <a:endParaRPr kumimoji="1" lang="zh-CN" altLang="en-US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AEE3499-C518-26F6-61AF-99AC8DF688B2}"/>
              </a:ext>
            </a:extLst>
          </p:cNvPr>
          <p:cNvSpPr txBox="1"/>
          <p:nvPr/>
        </p:nvSpPr>
        <p:spPr>
          <a:xfrm>
            <a:off x="11349478" y="993600"/>
            <a:ext cx="720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3600" b="1" dirty="0">
                <a:latin typeface="Arial" panose="020B0604020202020204" pitchFamily="34" charset="0"/>
                <a:cs typeface="Arial" panose="020B0604020202020204" pitchFamily="34" charset="0"/>
              </a:rPr>
              <a:t>b</a:t>
            </a:r>
            <a:endParaRPr kumimoji="1" lang="zh-CN" altLang="en-US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AC570154-354A-72F7-3630-CFF184453BEB}"/>
              </a:ext>
            </a:extLst>
          </p:cNvPr>
          <p:cNvSpPr txBox="1"/>
          <p:nvPr/>
        </p:nvSpPr>
        <p:spPr>
          <a:xfrm>
            <a:off x="11349478" y="5739579"/>
            <a:ext cx="720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3600" b="1" dirty="0">
                <a:latin typeface="Arial" panose="020B0604020202020204" pitchFamily="34" charset="0"/>
                <a:cs typeface="Arial" panose="020B0604020202020204" pitchFamily="34" charset="0"/>
              </a:rPr>
              <a:t>d</a:t>
            </a:r>
            <a:endParaRPr kumimoji="1" lang="zh-CN" altLang="en-US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B4C0ABAB-E5E8-7570-98AF-83EBD11EA6FB}"/>
              </a:ext>
            </a:extLst>
          </p:cNvPr>
          <p:cNvSpPr txBox="1"/>
          <p:nvPr/>
        </p:nvSpPr>
        <p:spPr>
          <a:xfrm>
            <a:off x="11349478" y="10823371"/>
            <a:ext cx="720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3600" b="1" dirty="0">
                <a:latin typeface="Arial" panose="020B0604020202020204" pitchFamily="34" charset="0"/>
                <a:cs typeface="Arial" panose="020B0604020202020204" pitchFamily="34" charset="0"/>
              </a:rPr>
              <a:t>f</a:t>
            </a:r>
            <a:endParaRPr kumimoji="1" lang="zh-CN" altLang="en-US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7" name="图形 16">
            <a:extLst>
              <a:ext uri="{FF2B5EF4-FFF2-40B4-BE49-F238E27FC236}">
                <a16:creationId xmlns:a16="http://schemas.microsoft.com/office/drawing/2014/main" id="{D1CEFEB3-A529-CBE5-9A2B-D08E0522891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361200" y="1537200"/>
            <a:ext cx="4796972" cy="4320000"/>
          </a:xfrm>
          <a:prstGeom prst="rect">
            <a:avLst/>
          </a:prstGeom>
        </p:spPr>
      </p:pic>
      <p:pic>
        <p:nvPicPr>
          <p:cNvPr id="19" name="图形 18">
            <a:extLst>
              <a:ext uri="{FF2B5EF4-FFF2-40B4-BE49-F238E27FC236}">
                <a16:creationId xmlns:a16="http://schemas.microsoft.com/office/drawing/2014/main" id="{26D79222-ACC2-3CE7-74E4-54D16834D711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731600" y="1537200"/>
            <a:ext cx="4320000" cy="4320000"/>
          </a:xfrm>
          <a:prstGeom prst="rect">
            <a:avLst/>
          </a:prstGeom>
        </p:spPr>
      </p:pic>
      <p:pic>
        <p:nvPicPr>
          <p:cNvPr id="21" name="图形 20">
            <a:extLst>
              <a:ext uri="{FF2B5EF4-FFF2-40B4-BE49-F238E27FC236}">
                <a16:creationId xmlns:a16="http://schemas.microsoft.com/office/drawing/2014/main" id="{ADDD4CD6-3899-D7D8-6C74-19E6E424773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6189200" y="1537200"/>
            <a:ext cx="4796972" cy="4320000"/>
          </a:xfrm>
          <a:prstGeom prst="rect">
            <a:avLst/>
          </a:prstGeom>
        </p:spPr>
      </p:pic>
      <p:pic>
        <p:nvPicPr>
          <p:cNvPr id="23" name="图形 22">
            <a:extLst>
              <a:ext uri="{FF2B5EF4-FFF2-40B4-BE49-F238E27FC236}">
                <a16:creationId xmlns:a16="http://schemas.microsoft.com/office/drawing/2014/main" id="{54FCE508-B583-E06F-6676-C97E22D799EC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631600" y="1537200"/>
            <a:ext cx="4320000" cy="4320000"/>
          </a:xfrm>
          <a:prstGeom prst="rect">
            <a:avLst/>
          </a:prstGeom>
        </p:spPr>
      </p:pic>
      <p:pic>
        <p:nvPicPr>
          <p:cNvPr id="40" name="图形 39">
            <a:extLst>
              <a:ext uri="{FF2B5EF4-FFF2-40B4-BE49-F238E27FC236}">
                <a16:creationId xmlns:a16="http://schemas.microsoft.com/office/drawing/2014/main" id="{0176541B-ABC7-8609-9CEA-A9C7986AA74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361200" y="6451200"/>
            <a:ext cx="4637444" cy="4320000"/>
          </a:xfrm>
          <a:prstGeom prst="rect">
            <a:avLst/>
          </a:prstGeom>
        </p:spPr>
      </p:pic>
      <p:pic>
        <p:nvPicPr>
          <p:cNvPr id="46" name="图形 45">
            <a:extLst>
              <a:ext uri="{FF2B5EF4-FFF2-40B4-BE49-F238E27FC236}">
                <a16:creationId xmlns:a16="http://schemas.microsoft.com/office/drawing/2014/main" id="{949DC6B1-88D6-38D0-9B15-89ECBAC1FDE7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735200" y="6451200"/>
            <a:ext cx="4320000" cy="4320000"/>
          </a:xfrm>
          <a:prstGeom prst="rect">
            <a:avLst/>
          </a:prstGeom>
        </p:spPr>
      </p:pic>
      <p:pic>
        <p:nvPicPr>
          <p:cNvPr id="54" name="图形 53">
            <a:extLst>
              <a:ext uri="{FF2B5EF4-FFF2-40B4-BE49-F238E27FC236}">
                <a16:creationId xmlns:a16="http://schemas.microsoft.com/office/drawing/2014/main" id="{D85B98F9-2DB7-8B1F-CF8A-B4FF55E6E90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6189200" y="6451200"/>
            <a:ext cx="4796972" cy="4320000"/>
          </a:xfrm>
          <a:prstGeom prst="rect">
            <a:avLst/>
          </a:prstGeom>
        </p:spPr>
      </p:pic>
      <p:pic>
        <p:nvPicPr>
          <p:cNvPr id="56" name="图形 55">
            <a:extLst>
              <a:ext uri="{FF2B5EF4-FFF2-40B4-BE49-F238E27FC236}">
                <a16:creationId xmlns:a16="http://schemas.microsoft.com/office/drawing/2014/main" id="{2364BB41-63CD-8CDD-6157-4FB236B877D9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631600" y="6451200"/>
            <a:ext cx="4320000" cy="4320000"/>
          </a:xfrm>
          <a:prstGeom prst="rect">
            <a:avLst/>
          </a:prstGeom>
        </p:spPr>
      </p:pic>
      <p:pic>
        <p:nvPicPr>
          <p:cNvPr id="58" name="图形 57">
            <a:extLst>
              <a:ext uri="{FF2B5EF4-FFF2-40B4-BE49-F238E27FC236}">
                <a16:creationId xmlns:a16="http://schemas.microsoft.com/office/drawing/2014/main" id="{0CC7427F-2000-B5E5-5C3C-8FD98795F0F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361200" y="11469600"/>
            <a:ext cx="4796972" cy="4320000"/>
          </a:xfrm>
          <a:prstGeom prst="rect">
            <a:avLst/>
          </a:prstGeom>
        </p:spPr>
      </p:pic>
      <p:pic>
        <p:nvPicPr>
          <p:cNvPr id="60" name="图形 59">
            <a:extLst>
              <a:ext uri="{FF2B5EF4-FFF2-40B4-BE49-F238E27FC236}">
                <a16:creationId xmlns:a16="http://schemas.microsoft.com/office/drawing/2014/main" id="{407C7279-10D8-5AE5-EB9C-F34C05DA2B09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735200" y="11469600"/>
            <a:ext cx="4320000" cy="4320000"/>
          </a:xfrm>
          <a:prstGeom prst="rect">
            <a:avLst/>
          </a:prstGeom>
        </p:spPr>
      </p:pic>
      <p:pic>
        <p:nvPicPr>
          <p:cNvPr id="62" name="图形 61">
            <a:extLst>
              <a:ext uri="{FF2B5EF4-FFF2-40B4-BE49-F238E27FC236}">
                <a16:creationId xmlns:a16="http://schemas.microsoft.com/office/drawing/2014/main" id="{E8FE656A-00C5-C35F-CC9C-C409B8AD815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6189200" y="11469600"/>
            <a:ext cx="4796972" cy="4320000"/>
          </a:xfrm>
          <a:prstGeom prst="rect">
            <a:avLst/>
          </a:prstGeom>
        </p:spPr>
      </p:pic>
      <p:pic>
        <p:nvPicPr>
          <p:cNvPr id="64" name="图形 63">
            <a:extLst>
              <a:ext uri="{FF2B5EF4-FFF2-40B4-BE49-F238E27FC236}">
                <a16:creationId xmlns:a16="http://schemas.microsoft.com/office/drawing/2014/main" id="{FEF2C0DD-FAF5-7FCC-835F-6F70490B2583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1631600" y="11469600"/>
            <a:ext cx="4320000" cy="43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88895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7EEC1B-512A-3C49-6BE6-95706A233D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形 2">
            <a:extLst>
              <a:ext uri="{FF2B5EF4-FFF2-40B4-BE49-F238E27FC236}">
                <a16:creationId xmlns:a16="http://schemas.microsoft.com/office/drawing/2014/main" id="{8B9136CE-3AE7-EE1D-9076-136727E77F1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35789" y="1425388"/>
            <a:ext cx="20894029" cy="12442509"/>
          </a:xfrm>
          <a:prstGeom prst="rect">
            <a:avLst/>
          </a:prstGeom>
        </p:spPr>
      </p:pic>
      <p:sp>
        <p:nvSpPr>
          <p:cNvPr id="4" name="文本框 3">
            <a:extLst>
              <a:ext uri="{FF2B5EF4-FFF2-40B4-BE49-F238E27FC236}">
                <a16:creationId xmlns:a16="http://schemas.microsoft.com/office/drawing/2014/main" id="{8D041265-FE57-345A-8DAC-86E142E5F82B}"/>
              </a:ext>
            </a:extLst>
          </p:cNvPr>
          <p:cNvSpPr txBox="1"/>
          <p:nvPr/>
        </p:nvSpPr>
        <p:spPr>
          <a:xfrm>
            <a:off x="19547149" y="2261937"/>
            <a:ext cx="21826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Benign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A2431F6-43FC-DEDB-47F4-F64B1BC98E0F}"/>
              </a:ext>
            </a:extLst>
          </p:cNvPr>
          <p:cNvSpPr txBox="1"/>
          <p:nvPr/>
        </p:nvSpPr>
        <p:spPr>
          <a:xfrm>
            <a:off x="19547149" y="2774052"/>
            <a:ext cx="21826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Malignant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B25CB93-C30F-2886-D2B4-D88935C186B3}"/>
              </a:ext>
            </a:extLst>
          </p:cNvPr>
          <p:cNvSpPr txBox="1"/>
          <p:nvPr/>
        </p:nvSpPr>
        <p:spPr>
          <a:xfrm>
            <a:off x="19330736" y="5510462"/>
            <a:ext cx="12833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1,248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67F5E464-954C-25B9-F275-18F8855034CE}"/>
              </a:ext>
            </a:extLst>
          </p:cNvPr>
          <p:cNvSpPr txBox="1"/>
          <p:nvPr/>
        </p:nvSpPr>
        <p:spPr>
          <a:xfrm>
            <a:off x="18047367" y="7433158"/>
            <a:ext cx="12833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426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FA73870F-007B-7359-6D35-ADAD735ABAD0}"/>
              </a:ext>
            </a:extLst>
          </p:cNvPr>
          <p:cNvSpPr txBox="1"/>
          <p:nvPr/>
        </p:nvSpPr>
        <p:spPr>
          <a:xfrm>
            <a:off x="14285493" y="8020546"/>
            <a:ext cx="12833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304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69CADF6D-7F4E-8CA6-00FE-6B59CCF74C5D}"/>
              </a:ext>
            </a:extLst>
          </p:cNvPr>
          <p:cNvSpPr txBox="1"/>
          <p:nvPr/>
        </p:nvSpPr>
        <p:spPr>
          <a:xfrm>
            <a:off x="15568862" y="11493661"/>
            <a:ext cx="12833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45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8306A94-9DA8-DE6F-5B76-8875A0BBA69F}"/>
              </a:ext>
            </a:extLst>
          </p:cNvPr>
          <p:cNvSpPr txBox="1"/>
          <p:nvPr/>
        </p:nvSpPr>
        <p:spPr>
          <a:xfrm>
            <a:off x="11880056" y="3609546"/>
            <a:ext cx="12833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3,459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398E29E6-1888-86C0-84DD-31F981D56D9E}"/>
              </a:ext>
            </a:extLst>
          </p:cNvPr>
          <p:cNvSpPr txBox="1"/>
          <p:nvPr/>
        </p:nvSpPr>
        <p:spPr>
          <a:xfrm>
            <a:off x="10580645" y="2096579"/>
            <a:ext cx="12833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8,172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EA28A2D8-DE61-A549-7F07-3BBCAE1E6287}"/>
              </a:ext>
            </a:extLst>
          </p:cNvPr>
          <p:cNvSpPr txBox="1"/>
          <p:nvPr/>
        </p:nvSpPr>
        <p:spPr>
          <a:xfrm>
            <a:off x="8166308" y="3756937"/>
            <a:ext cx="12833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3,574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3C752B0D-4EA5-388B-AAFF-C16776F89653}"/>
              </a:ext>
            </a:extLst>
          </p:cNvPr>
          <p:cNvSpPr txBox="1"/>
          <p:nvPr/>
        </p:nvSpPr>
        <p:spPr>
          <a:xfrm>
            <a:off x="6850855" y="5401253"/>
            <a:ext cx="12833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1,426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A3B3015E-8144-0DB3-35C2-0C44B728DF23}"/>
              </a:ext>
            </a:extLst>
          </p:cNvPr>
          <p:cNvSpPr txBox="1"/>
          <p:nvPr/>
        </p:nvSpPr>
        <p:spPr>
          <a:xfrm>
            <a:off x="4432869" y="4132766"/>
            <a:ext cx="12833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2,638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9FED0EFF-3566-CE1C-8349-C0A977C752DC}"/>
              </a:ext>
            </a:extLst>
          </p:cNvPr>
          <p:cNvSpPr txBox="1"/>
          <p:nvPr/>
        </p:nvSpPr>
        <p:spPr>
          <a:xfrm>
            <a:off x="3133458" y="4081555"/>
            <a:ext cx="12833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2,709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39499533-88FC-5C85-D680-B02EB33BC3A3}"/>
              </a:ext>
            </a:extLst>
          </p:cNvPr>
          <p:cNvSpPr txBox="1"/>
          <p:nvPr/>
        </p:nvSpPr>
        <p:spPr>
          <a:xfrm>
            <a:off x="3133458" y="12694868"/>
            <a:ext cx="25827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TN3K</a:t>
            </a: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9B3C24E0-C506-8217-B4A6-20CF194F3F42}"/>
              </a:ext>
            </a:extLst>
          </p:cNvPr>
          <p:cNvSpPr txBox="1"/>
          <p:nvPr/>
        </p:nvSpPr>
        <p:spPr>
          <a:xfrm>
            <a:off x="6722517" y="12694868"/>
            <a:ext cx="25827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TN5K</a:t>
            </a: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6FDB633A-CB34-A19E-F3A4-205D02A18200}"/>
              </a:ext>
            </a:extLst>
          </p:cNvPr>
          <p:cNvSpPr txBox="1"/>
          <p:nvPr/>
        </p:nvSpPr>
        <p:spPr>
          <a:xfrm>
            <a:off x="10569741" y="12694867"/>
            <a:ext cx="25827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3200" dirty="0" err="1">
                <a:latin typeface="Arial" panose="020B0604020202020204" pitchFamily="34" charset="0"/>
                <a:cs typeface="Arial" panose="020B0604020202020204" pitchFamily="34" charset="0"/>
              </a:rPr>
              <a:t>ThyroidXL</a:t>
            </a:r>
            <a:endParaRPr kumimoji="1" lang="en-US" altLang="zh-CN" sz="3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338AB95F-692F-4411-C0ED-3C5214B804FD}"/>
              </a:ext>
            </a:extLst>
          </p:cNvPr>
          <p:cNvSpPr txBox="1"/>
          <p:nvPr/>
        </p:nvSpPr>
        <p:spPr>
          <a:xfrm>
            <a:off x="14226167" y="12694866"/>
            <a:ext cx="25827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DDTI</a:t>
            </a: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5D575A2C-696C-084F-0792-C57371CB138C}"/>
              </a:ext>
            </a:extLst>
          </p:cNvPr>
          <p:cNvSpPr txBox="1"/>
          <p:nvPr/>
        </p:nvSpPr>
        <p:spPr>
          <a:xfrm>
            <a:off x="18073391" y="12694866"/>
            <a:ext cx="25827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ZJH-2K</a:t>
            </a: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BC30C2E3-B622-3EE2-19CF-E326939C0D3C}"/>
              </a:ext>
            </a:extLst>
          </p:cNvPr>
          <p:cNvSpPr txBox="1"/>
          <p:nvPr/>
        </p:nvSpPr>
        <p:spPr>
          <a:xfrm>
            <a:off x="2209799" y="13201928"/>
            <a:ext cx="1930266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4000" dirty="0">
                <a:latin typeface="Arial" panose="020B0604020202020204" pitchFamily="34" charset="0"/>
                <a:cs typeface="Arial" panose="020B0604020202020204" pitchFamily="34" charset="0"/>
              </a:rPr>
              <a:t>Dataset</a:t>
            </a:r>
            <a:endParaRPr kumimoji="1" lang="zh-CN" altLang="en-US" sz="4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4B9BA14C-3127-0549-352F-393EA3F4C7A3}"/>
              </a:ext>
            </a:extLst>
          </p:cNvPr>
          <p:cNvSpPr txBox="1"/>
          <p:nvPr/>
        </p:nvSpPr>
        <p:spPr>
          <a:xfrm>
            <a:off x="1325445" y="1888793"/>
            <a:ext cx="108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10</a:t>
            </a:r>
            <a:r>
              <a:rPr kumimoji="1" lang="en-US" altLang="zh-CN" sz="3200" baseline="30000" dirty="0">
                <a:latin typeface="Arial" panose="020B0604020202020204" pitchFamily="34" charset="0"/>
                <a:cs typeface="Arial" panose="020B0604020202020204" pitchFamily="34" charset="0"/>
              </a:rPr>
              <a:t>4</a:t>
            </a:r>
            <a:endParaRPr kumimoji="1" lang="zh-CN" altLang="en-US" sz="3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31FA6A10-6EC5-8301-D602-AFFABAB6D8EC}"/>
              </a:ext>
            </a:extLst>
          </p:cNvPr>
          <p:cNvSpPr txBox="1"/>
          <p:nvPr/>
        </p:nvSpPr>
        <p:spPr>
          <a:xfrm>
            <a:off x="1325445" y="6033682"/>
            <a:ext cx="108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10</a:t>
            </a:r>
            <a:r>
              <a:rPr kumimoji="1" lang="en-US" altLang="zh-CN" sz="3200" baseline="30000" dirty="0"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  <a:endParaRPr kumimoji="1" lang="zh-CN" altLang="en-US" sz="3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E78478F9-E013-9ED7-D928-1E5B2D6B185F}"/>
              </a:ext>
            </a:extLst>
          </p:cNvPr>
          <p:cNvSpPr txBox="1"/>
          <p:nvPr/>
        </p:nvSpPr>
        <p:spPr>
          <a:xfrm>
            <a:off x="1325445" y="10256240"/>
            <a:ext cx="108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10</a:t>
            </a:r>
            <a:r>
              <a:rPr kumimoji="1" lang="en-US" altLang="zh-CN" sz="3200" baseline="30000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endParaRPr kumimoji="1" lang="zh-CN" altLang="en-US" sz="3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AD85CD75-0E62-CB7B-DA02-DD30A4597171}"/>
              </a:ext>
            </a:extLst>
          </p:cNvPr>
          <p:cNvSpPr txBox="1"/>
          <p:nvPr/>
        </p:nvSpPr>
        <p:spPr>
          <a:xfrm rot="16200000">
            <a:off x="-4341332" y="6937887"/>
            <a:ext cx="1080607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4000" dirty="0">
                <a:latin typeface="Arial" panose="020B0604020202020204" pitchFamily="34" charset="0"/>
                <a:cs typeface="Arial" panose="020B0604020202020204" pitchFamily="34" charset="0"/>
              </a:rPr>
              <a:t>Number</a:t>
            </a:r>
            <a:r>
              <a:rPr kumimoji="1" lang="zh-CN" altLang="en-US" sz="4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4000" dirty="0">
                <a:latin typeface="Arial" panose="020B0604020202020204" pitchFamily="34" charset="0"/>
                <a:cs typeface="Arial" panose="020B0604020202020204" pitchFamily="34" charset="0"/>
              </a:rPr>
              <a:t>of</a:t>
            </a:r>
            <a:r>
              <a:rPr kumimoji="1" lang="zh-CN" altLang="en-US" sz="4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4000" dirty="0">
                <a:latin typeface="Arial" panose="020B0604020202020204" pitchFamily="34" charset="0"/>
                <a:cs typeface="Arial" panose="020B0604020202020204" pitchFamily="34" charset="0"/>
              </a:rPr>
              <a:t>Cases</a:t>
            </a:r>
            <a:endParaRPr kumimoji="1" lang="zh-CN" altLang="en-US" sz="4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82380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主题​​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107</TotalTime>
  <Words>169</Words>
  <Application>Microsoft Macintosh PowerPoint</Application>
  <PresentationFormat>自定义</PresentationFormat>
  <Paragraphs>65</Paragraphs>
  <Slides>2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7" baseType="lpstr">
      <vt:lpstr>等线</vt:lpstr>
      <vt:lpstr>Aptos</vt:lpstr>
      <vt:lpstr>Aptos Display</vt:lpstr>
      <vt:lpstr>Arial</vt:lpstr>
      <vt:lpstr>Office 主题​​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T210463</dc:creator>
  <cp:lastModifiedBy>T210463</cp:lastModifiedBy>
  <cp:revision>19</cp:revision>
  <dcterms:created xsi:type="dcterms:W3CDTF">2026-06-19T09:16:22Z</dcterms:created>
  <dcterms:modified xsi:type="dcterms:W3CDTF">2026-07-05T08:27:21Z</dcterms:modified>
</cp:coreProperties>
</file>