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8" r:id="rId3"/>
    <p:sldId id="259" r:id="rId4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/>
    <p:restoredTop sz="94568"/>
  </p:normalViewPr>
  <p:slideViewPr>
    <p:cSldViewPr snapToGrid="0">
      <p:cViewPr>
        <p:scale>
          <a:sx n="49" d="100"/>
          <a:sy n="49" d="100"/>
        </p:scale>
        <p:origin x="832" y="-792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1127-B745-0849-B4DE-90186D8D1D7E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3BADC-B76F-7A4B-9A8D-CCDCA140DB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26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1pPr>
    <a:lvl2pPr marL="669981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2pPr>
    <a:lvl3pPr marL="1339962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3pPr>
    <a:lvl4pPr marL="2009943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4pPr>
    <a:lvl5pPr marL="2679924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5pPr>
    <a:lvl6pPr marL="3349904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6pPr>
    <a:lvl7pPr marL="4019885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7pPr>
    <a:lvl8pPr marL="4689866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8pPr>
    <a:lvl9pPr marL="5359847" algn="l" defTabSz="1339962" rtl="0" eaLnBrk="1" latinLnBrk="0" hangingPunct="1">
      <a:defRPr sz="175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349500" y="1143000"/>
            <a:ext cx="21590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3BADC-B76F-7A4B-9A8D-CCDCA140DB7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7675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3BADC-B76F-7A4B-9A8D-CCDCA140DB7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316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83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65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521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8633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633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179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239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904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800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399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008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CD986-F6E6-0842-93B7-4A1320D84B6C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9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577E2E6-BBA4-A26F-669C-8CD487B45D60}"/>
              </a:ext>
            </a:extLst>
          </p:cNvPr>
          <p:cNvSpPr txBox="1"/>
          <p:nvPr/>
        </p:nvSpPr>
        <p:spPr>
          <a:xfrm>
            <a:off x="2453442" y="1020344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(N=5347)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5F79301-FA06-21D5-3799-0814545FAE9A}"/>
              </a:ext>
            </a:extLst>
          </p:cNvPr>
          <p:cNvSpPr txBox="1"/>
          <p:nvPr/>
        </p:nvSpPr>
        <p:spPr>
          <a:xfrm rot="16200000">
            <a:off x="186670" y="1226458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CCFA40-631D-F27E-8DF1-51A598CF3691}"/>
              </a:ext>
            </a:extLst>
          </p:cNvPr>
          <p:cNvSpPr txBox="1"/>
          <p:nvPr/>
        </p:nvSpPr>
        <p:spPr>
          <a:xfrm>
            <a:off x="2453441" y="1468216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350404-AB82-9C6C-74FA-C2D28F2826F0}"/>
              </a:ext>
            </a:extLst>
          </p:cNvPr>
          <p:cNvSpPr txBox="1"/>
          <p:nvPr/>
        </p:nvSpPr>
        <p:spPr>
          <a:xfrm>
            <a:off x="7317909" y="1468247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3D3CA7-B6AA-3A72-257C-3689ACD2B502}"/>
              </a:ext>
            </a:extLst>
          </p:cNvPr>
          <p:cNvSpPr txBox="1"/>
          <p:nvPr/>
        </p:nvSpPr>
        <p:spPr>
          <a:xfrm>
            <a:off x="7319209" y="10204391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(N=5347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EAB93B-ACD9-9ACA-28E7-D5297E079B57}"/>
              </a:ext>
            </a:extLst>
          </p:cNvPr>
          <p:cNvSpPr txBox="1"/>
          <p:nvPr/>
        </p:nvSpPr>
        <p:spPr>
          <a:xfrm rot="16200000">
            <a:off x="4813496" y="1226489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E37F86-A5AA-6986-DD6F-BF81C4BBDA74}"/>
              </a:ext>
            </a:extLst>
          </p:cNvPr>
          <p:cNvSpPr txBox="1"/>
          <p:nvPr/>
        </p:nvSpPr>
        <p:spPr>
          <a:xfrm>
            <a:off x="12588623" y="1468247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D17A11F-6493-F2B3-F4B9-084DF90C1CDB}"/>
              </a:ext>
            </a:extLst>
          </p:cNvPr>
          <p:cNvSpPr txBox="1"/>
          <p:nvPr/>
        </p:nvSpPr>
        <p:spPr>
          <a:xfrm>
            <a:off x="17453091" y="1468247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E10C3-D6AC-2329-849D-D47D2194AC46}"/>
              </a:ext>
            </a:extLst>
          </p:cNvPr>
          <p:cNvSpPr txBox="1"/>
          <p:nvPr/>
        </p:nvSpPr>
        <p:spPr>
          <a:xfrm rot="16200000">
            <a:off x="10066282" y="1226489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04BE88D-4B96-1695-BCBE-2DDF7F322518}"/>
              </a:ext>
            </a:extLst>
          </p:cNvPr>
          <p:cNvSpPr txBox="1"/>
          <p:nvPr/>
        </p:nvSpPr>
        <p:spPr>
          <a:xfrm rot="16200000">
            <a:off x="14693108" y="1226489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206714E-2A1A-1CE1-CD85-F81DA70ECEDF}"/>
              </a:ext>
            </a:extLst>
          </p:cNvPr>
          <p:cNvSpPr txBox="1"/>
          <p:nvPr/>
        </p:nvSpPr>
        <p:spPr>
          <a:xfrm>
            <a:off x="12588622" y="10204391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(N=5000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7AAC4B5-1E32-9F17-B1FD-C59FE675116B}"/>
              </a:ext>
            </a:extLst>
          </p:cNvPr>
          <p:cNvSpPr txBox="1"/>
          <p:nvPr/>
        </p:nvSpPr>
        <p:spPr>
          <a:xfrm>
            <a:off x="17453089" y="10204391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(N=5000)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A8FE8D2-D0E1-6817-C44B-C8DDEA1F7B93}"/>
              </a:ext>
            </a:extLst>
          </p:cNvPr>
          <p:cNvSpPr txBox="1"/>
          <p:nvPr/>
        </p:nvSpPr>
        <p:spPr>
          <a:xfrm>
            <a:off x="2453440" y="15121365"/>
            <a:ext cx="4450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(N=11635)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858EA0E-0D76-BEBF-2622-01801FA274AF}"/>
              </a:ext>
            </a:extLst>
          </p:cNvPr>
          <p:cNvSpPr txBox="1"/>
          <p:nvPr/>
        </p:nvSpPr>
        <p:spPr>
          <a:xfrm rot="16200000">
            <a:off x="186668" y="1718250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AE4E19F-E5E0-D0B0-A1C3-A22D62BF0AAB}"/>
              </a:ext>
            </a:extLst>
          </p:cNvPr>
          <p:cNvSpPr txBox="1"/>
          <p:nvPr/>
        </p:nvSpPr>
        <p:spPr>
          <a:xfrm>
            <a:off x="2453439" y="1960008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80EE2D3-ED69-4B75-9B74-FD7776BC2883}"/>
              </a:ext>
            </a:extLst>
          </p:cNvPr>
          <p:cNvSpPr txBox="1"/>
          <p:nvPr/>
        </p:nvSpPr>
        <p:spPr>
          <a:xfrm>
            <a:off x="7317907" y="1960039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BE37944-3F83-AC3C-5DFC-CB8F36C15C6E}"/>
              </a:ext>
            </a:extLst>
          </p:cNvPr>
          <p:cNvSpPr txBox="1"/>
          <p:nvPr/>
        </p:nvSpPr>
        <p:spPr>
          <a:xfrm>
            <a:off x="7319207" y="15122311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(N=11635)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300CFFF-215A-8116-9303-9F346DB2A244}"/>
              </a:ext>
            </a:extLst>
          </p:cNvPr>
          <p:cNvSpPr txBox="1"/>
          <p:nvPr/>
        </p:nvSpPr>
        <p:spPr>
          <a:xfrm rot="16200000">
            <a:off x="4813494" y="1718281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58EE90C-5C82-6FB2-500D-8C0612318D6B}"/>
              </a:ext>
            </a:extLst>
          </p:cNvPr>
          <p:cNvSpPr txBox="1"/>
          <p:nvPr/>
        </p:nvSpPr>
        <p:spPr>
          <a:xfrm>
            <a:off x="12588621" y="1960039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FEC03E-F606-B11D-FF3F-24FAF64A055C}"/>
              </a:ext>
            </a:extLst>
          </p:cNvPr>
          <p:cNvSpPr txBox="1"/>
          <p:nvPr/>
        </p:nvSpPr>
        <p:spPr>
          <a:xfrm>
            <a:off x="17453089" y="1960039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803135B-339C-C40D-4EBE-8DAA2BF8F991}"/>
              </a:ext>
            </a:extLst>
          </p:cNvPr>
          <p:cNvSpPr txBox="1"/>
          <p:nvPr/>
        </p:nvSpPr>
        <p:spPr>
          <a:xfrm rot="16200000">
            <a:off x="10066280" y="1718281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8DBEA47-2D3F-5D7F-2AE3-6762FBAD2452}"/>
              </a:ext>
            </a:extLst>
          </p:cNvPr>
          <p:cNvSpPr txBox="1"/>
          <p:nvPr/>
        </p:nvSpPr>
        <p:spPr>
          <a:xfrm rot="16200000">
            <a:off x="14693106" y="1718281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811A470-BB0C-7C6A-463E-6ADE1832A91D}"/>
              </a:ext>
            </a:extLst>
          </p:cNvPr>
          <p:cNvSpPr txBox="1"/>
          <p:nvPr/>
        </p:nvSpPr>
        <p:spPr>
          <a:xfrm>
            <a:off x="12588620" y="15122311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PKTN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(N=1003)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46C74AA-55B3-502E-50BE-CD3B76DECFDC}"/>
              </a:ext>
            </a:extLst>
          </p:cNvPr>
          <p:cNvSpPr txBox="1"/>
          <p:nvPr/>
        </p:nvSpPr>
        <p:spPr>
          <a:xfrm>
            <a:off x="17453087" y="15122311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PKTN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(N=1003)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CFCD99C-0E51-7097-8F14-0BB1F5583784}"/>
              </a:ext>
            </a:extLst>
          </p:cNvPr>
          <p:cNvSpPr txBox="1"/>
          <p:nvPr/>
        </p:nvSpPr>
        <p:spPr>
          <a:xfrm>
            <a:off x="2453440" y="20139172"/>
            <a:ext cx="4449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ZJH-8K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(N=8083)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C0F7152-AD51-BE59-D412-082CA71EFAD1}"/>
              </a:ext>
            </a:extLst>
          </p:cNvPr>
          <p:cNvSpPr txBox="1"/>
          <p:nvPr/>
        </p:nvSpPr>
        <p:spPr>
          <a:xfrm rot="16200000">
            <a:off x="186668" y="2220031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5D1F77C-DD22-AB2A-69D2-5B91C98F8F6E}"/>
              </a:ext>
            </a:extLst>
          </p:cNvPr>
          <p:cNvSpPr txBox="1"/>
          <p:nvPr/>
        </p:nvSpPr>
        <p:spPr>
          <a:xfrm>
            <a:off x="2453439" y="2461788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32F5A1A-33B5-8D11-349B-4724ECED0FE1}"/>
              </a:ext>
            </a:extLst>
          </p:cNvPr>
          <p:cNvSpPr txBox="1"/>
          <p:nvPr/>
        </p:nvSpPr>
        <p:spPr>
          <a:xfrm>
            <a:off x="7317907" y="2461820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99215DE-AB95-4E28-CADD-AC16E2AE3E90}"/>
              </a:ext>
            </a:extLst>
          </p:cNvPr>
          <p:cNvSpPr txBox="1"/>
          <p:nvPr/>
        </p:nvSpPr>
        <p:spPr>
          <a:xfrm>
            <a:off x="7319207" y="2014011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ZJH-8K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(N=8083)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5C3C259-06A3-855F-573A-B23110A82C1D}"/>
              </a:ext>
            </a:extLst>
          </p:cNvPr>
          <p:cNvSpPr txBox="1"/>
          <p:nvPr/>
        </p:nvSpPr>
        <p:spPr>
          <a:xfrm rot="16200000">
            <a:off x="4813494" y="22231401"/>
            <a:ext cx="43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B8D2642-B529-0998-78B1-B2DE2CAE043E}"/>
              </a:ext>
            </a:extLst>
          </p:cNvPr>
          <p:cNvSpPr txBox="1"/>
          <p:nvPr/>
        </p:nvSpPr>
        <p:spPr>
          <a:xfrm>
            <a:off x="12588621" y="2461820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DF6079A-E140-643E-4817-F7177D939A48}"/>
              </a:ext>
            </a:extLst>
          </p:cNvPr>
          <p:cNvSpPr txBox="1"/>
          <p:nvPr/>
        </p:nvSpPr>
        <p:spPr>
          <a:xfrm>
            <a:off x="17453089" y="2461820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8DB97C9-0124-4EF8-E7C6-3756FEF8C466}"/>
              </a:ext>
            </a:extLst>
          </p:cNvPr>
          <p:cNvSpPr txBox="1"/>
          <p:nvPr/>
        </p:nvSpPr>
        <p:spPr>
          <a:xfrm rot="16200000">
            <a:off x="10066280" y="2220062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50F4195-2619-4718-571A-9326C921A130}"/>
              </a:ext>
            </a:extLst>
          </p:cNvPr>
          <p:cNvSpPr txBox="1"/>
          <p:nvPr/>
        </p:nvSpPr>
        <p:spPr>
          <a:xfrm rot="16200000">
            <a:off x="14693106" y="22200625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EBA0AF1-5163-3477-B539-E6D5E1D2F903}"/>
              </a:ext>
            </a:extLst>
          </p:cNvPr>
          <p:cNvSpPr txBox="1"/>
          <p:nvPr/>
        </p:nvSpPr>
        <p:spPr>
          <a:xfrm>
            <a:off x="12457880" y="20140118"/>
            <a:ext cx="4700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SHH-7K–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(N=7288)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0F41947-9407-AF6A-9422-40D2542E8083}"/>
              </a:ext>
            </a:extLst>
          </p:cNvPr>
          <p:cNvSpPr txBox="1"/>
          <p:nvPr/>
        </p:nvSpPr>
        <p:spPr>
          <a:xfrm>
            <a:off x="17453087" y="20140118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SHH-7K</a:t>
            </a:r>
            <a:r>
              <a:rPr kumimoji="1"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(N=7288)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191ABA-9405-5509-71C1-97E248DB4B08}"/>
              </a:ext>
            </a:extLst>
          </p:cNvPr>
          <p:cNvSpPr txBox="1"/>
          <p:nvPr/>
        </p:nvSpPr>
        <p:spPr>
          <a:xfrm>
            <a:off x="1987131" y="9993139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EF38BC-99DC-F889-F692-DEC4781B339E}"/>
              </a:ext>
            </a:extLst>
          </p:cNvPr>
          <p:cNvSpPr txBox="1"/>
          <p:nvPr/>
        </p:nvSpPr>
        <p:spPr>
          <a:xfrm>
            <a:off x="1987131" y="14739118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62E4B-CCF8-8AE7-6D3C-FBEE22FE1454}"/>
              </a:ext>
            </a:extLst>
          </p:cNvPr>
          <p:cNvSpPr txBox="1"/>
          <p:nvPr/>
        </p:nvSpPr>
        <p:spPr>
          <a:xfrm>
            <a:off x="1987131" y="19822910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EE3499-C518-26F6-61AF-99AC8DF688B2}"/>
              </a:ext>
            </a:extLst>
          </p:cNvPr>
          <p:cNvSpPr txBox="1"/>
          <p:nvPr/>
        </p:nvSpPr>
        <p:spPr>
          <a:xfrm>
            <a:off x="12069409" y="9993139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570154-354A-72F7-3630-CFF184453BEB}"/>
              </a:ext>
            </a:extLst>
          </p:cNvPr>
          <p:cNvSpPr txBox="1"/>
          <p:nvPr/>
        </p:nvSpPr>
        <p:spPr>
          <a:xfrm>
            <a:off x="12069409" y="14739118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C0ABAB-E5E8-7570-98AF-83EBD11EA6FB}"/>
              </a:ext>
            </a:extLst>
          </p:cNvPr>
          <p:cNvSpPr txBox="1"/>
          <p:nvPr/>
        </p:nvSpPr>
        <p:spPr>
          <a:xfrm>
            <a:off x="12069409" y="19822910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D1CEFEB3-A529-CBE5-9A2B-D08E05228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1131" y="10536738"/>
            <a:ext cx="4796972" cy="43200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26D79222-ACC2-3CE7-74E4-54D16834D71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1531" y="10536738"/>
            <a:ext cx="4320000" cy="4320000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ADDD4CD6-3899-D7D8-6C74-19E6E4247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09131" y="10536738"/>
            <a:ext cx="4796972" cy="4320000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54FCE508-B583-E06F-6676-C97E22D799E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51531" y="10536738"/>
            <a:ext cx="4320000" cy="4320000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0176541B-ABC7-8609-9CEA-A9C7986AA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1131" y="15450738"/>
            <a:ext cx="4637444" cy="4320000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949DC6B1-88D6-38D0-9B15-89ECBAC1FD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55131" y="15450738"/>
            <a:ext cx="4320000" cy="4320000"/>
          </a:xfrm>
          <a:prstGeom prst="rect">
            <a:avLst/>
          </a:prstGeom>
        </p:spPr>
      </p:pic>
      <p:pic>
        <p:nvPicPr>
          <p:cNvPr id="54" name="图形 53">
            <a:extLst>
              <a:ext uri="{FF2B5EF4-FFF2-40B4-BE49-F238E27FC236}">
                <a16:creationId xmlns:a16="http://schemas.microsoft.com/office/drawing/2014/main" id="{D85B98F9-2DB7-8B1F-CF8A-B4FF55E6E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09131" y="15450738"/>
            <a:ext cx="4796972" cy="4320000"/>
          </a:xfrm>
          <a:prstGeom prst="rect">
            <a:avLst/>
          </a:prstGeom>
        </p:spPr>
      </p:pic>
      <p:pic>
        <p:nvPicPr>
          <p:cNvPr id="56" name="图形 55">
            <a:extLst>
              <a:ext uri="{FF2B5EF4-FFF2-40B4-BE49-F238E27FC236}">
                <a16:creationId xmlns:a16="http://schemas.microsoft.com/office/drawing/2014/main" id="{2364BB41-63CD-8CDD-6157-4FB236B877D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51531" y="15450738"/>
            <a:ext cx="4320000" cy="4320000"/>
          </a:xfrm>
          <a:prstGeom prst="rect">
            <a:avLst/>
          </a:prstGeom>
        </p:spPr>
      </p:pic>
      <p:pic>
        <p:nvPicPr>
          <p:cNvPr id="58" name="图形 57">
            <a:extLst>
              <a:ext uri="{FF2B5EF4-FFF2-40B4-BE49-F238E27FC236}">
                <a16:creationId xmlns:a16="http://schemas.microsoft.com/office/drawing/2014/main" id="{0CC7427F-2000-B5E5-5C3C-8FD98795F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81131" y="20469138"/>
            <a:ext cx="4796972" cy="4320000"/>
          </a:xfrm>
          <a:prstGeom prst="rect">
            <a:avLst/>
          </a:prstGeom>
        </p:spPr>
      </p:pic>
      <p:pic>
        <p:nvPicPr>
          <p:cNvPr id="60" name="图形 59">
            <a:extLst>
              <a:ext uri="{FF2B5EF4-FFF2-40B4-BE49-F238E27FC236}">
                <a16:creationId xmlns:a16="http://schemas.microsoft.com/office/drawing/2014/main" id="{407C7279-10D8-5AE5-EB9C-F34C05DA2B0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55131" y="20469138"/>
            <a:ext cx="4320000" cy="4320000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E8FE656A-00C5-C35F-CC9C-C409B8AD8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909131" y="20469138"/>
            <a:ext cx="4796972" cy="4320000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FEF2C0DD-FAF5-7FCC-835F-6F70490B258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51531" y="20469138"/>
            <a:ext cx="432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89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7056-BE18-D765-D863-6A4544447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>
            <a:extLst>
              <a:ext uri="{FF2B5EF4-FFF2-40B4-BE49-F238E27FC236}">
                <a16:creationId xmlns:a16="http://schemas.microsoft.com/office/drawing/2014/main" id="{F3013C86-6325-798C-B7FA-9C92E6751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7247" y="10497058"/>
            <a:ext cx="20892502" cy="12441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4A0024-F7A9-2EC8-6513-B0A985434798}"/>
              </a:ext>
            </a:extLst>
          </p:cNvPr>
          <p:cNvSpPr txBox="1"/>
          <p:nvPr/>
        </p:nvSpPr>
        <p:spPr>
          <a:xfrm>
            <a:off x="20267081" y="11356068"/>
            <a:ext cx="2182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88B3C5-9DA3-1C53-3ED3-7058C6ECE6A5}"/>
              </a:ext>
            </a:extLst>
          </p:cNvPr>
          <p:cNvSpPr txBox="1"/>
          <p:nvPr/>
        </p:nvSpPr>
        <p:spPr>
          <a:xfrm>
            <a:off x="20267081" y="11868183"/>
            <a:ext cx="2182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46F14F-403D-3B17-6E47-7C6AAA20A511}"/>
              </a:ext>
            </a:extLst>
          </p:cNvPr>
          <p:cNvSpPr txBox="1"/>
          <p:nvPr/>
        </p:nvSpPr>
        <p:spPr>
          <a:xfrm>
            <a:off x="19992331" y="1220172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4,792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89D92B-A71C-F091-1D20-8C681690E240}"/>
              </a:ext>
            </a:extLst>
          </p:cNvPr>
          <p:cNvSpPr txBox="1"/>
          <p:nvPr/>
        </p:nvSpPr>
        <p:spPr>
          <a:xfrm>
            <a:off x="18767299" y="12838162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3,288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AF3846-D460-CD42-7AE4-E950B8DB1F23}"/>
              </a:ext>
            </a:extLst>
          </p:cNvPr>
          <p:cNvSpPr txBox="1"/>
          <p:nvPr/>
        </p:nvSpPr>
        <p:spPr>
          <a:xfrm>
            <a:off x="15005425" y="1702008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304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EB9D76-2011-8E62-9A98-6C1153CE5E0B}"/>
              </a:ext>
            </a:extLst>
          </p:cNvPr>
          <p:cNvSpPr txBox="1"/>
          <p:nvPr/>
        </p:nvSpPr>
        <p:spPr>
          <a:xfrm>
            <a:off x="16288794" y="20493199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544DB2-D2A4-B926-A58F-ABC133DC3CDC}"/>
              </a:ext>
            </a:extLst>
          </p:cNvPr>
          <p:cNvSpPr txBox="1"/>
          <p:nvPr/>
        </p:nvSpPr>
        <p:spPr>
          <a:xfrm>
            <a:off x="12599988" y="1260908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3,459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71F6D8-B8EE-0571-EBE8-A6407B40557A}"/>
              </a:ext>
            </a:extLst>
          </p:cNvPr>
          <p:cNvSpPr txBox="1"/>
          <p:nvPr/>
        </p:nvSpPr>
        <p:spPr>
          <a:xfrm>
            <a:off x="11300577" y="11190710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8,172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F55D1F-5E97-A2BC-BBE1-230BA3873CFC}"/>
              </a:ext>
            </a:extLst>
          </p:cNvPr>
          <p:cNvSpPr txBox="1"/>
          <p:nvPr/>
        </p:nvSpPr>
        <p:spPr>
          <a:xfrm>
            <a:off x="8886240" y="12693413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3,574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6F0CC9-0A4B-1103-8340-23F6A755F256}"/>
              </a:ext>
            </a:extLst>
          </p:cNvPr>
          <p:cNvSpPr txBox="1"/>
          <p:nvPr/>
        </p:nvSpPr>
        <p:spPr>
          <a:xfrm>
            <a:off x="7570787" y="14306198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1,426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ED2E20B-FADF-687E-11D2-E6FB2E6BF19C}"/>
              </a:ext>
            </a:extLst>
          </p:cNvPr>
          <p:cNvSpPr txBox="1"/>
          <p:nvPr/>
        </p:nvSpPr>
        <p:spPr>
          <a:xfrm>
            <a:off x="5152801" y="1313230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2,638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977C2A-78C7-6C95-C6D3-32E44BEE7FB8}"/>
              </a:ext>
            </a:extLst>
          </p:cNvPr>
          <p:cNvSpPr txBox="1"/>
          <p:nvPr/>
        </p:nvSpPr>
        <p:spPr>
          <a:xfrm>
            <a:off x="3853390" y="13081093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2,709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E3CCDE-D93D-BE92-E190-7D173DF7EB57}"/>
              </a:ext>
            </a:extLst>
          </p:cNvPr>
          <p:cNvSpPr txBox="1"/>
          <p:nvPr/>
        </p:nvSpPr>
        <p:spPr>
          <a:xfrm>
            <a:off x="3853389" y="21694407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9E716E-AB1A-9A50-7879-8CE85C53C01D}"/>
              </a:ext>
            </a:extLst>
          </p:cNvPr>
          <p:cNvSpPr txBox="1"/>
          <p:nvPr/>
        </p:nvSpPr>
        <p:spPr>
          <a:xfrm>
            <a:off x="7442448" y="21694407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F39F00-D1D3-09A3-D05C-2490DBAEB584}"/>
              </a:ext>
            </a:extLst>
          </p:cNvPr>
          <p:cNvSpPr txBox="1"/>
          <p:nvPr/>
        </p:nvSpPr>
        <p:spPr>
          <a:xfrm>
            <a:off x="11289672" y="21694406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endParaRPr kumimoji="1"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0955E7-FB48-BDD9-0BAC-EE2A28B1D557}"/>
              </a:ext>
            </a:extLst>
          </p:cNvPr>
          <p:cNvSpPr txBox="1"/>
          <p:nvPr/>
        </p:nvSpPr>
        <p:spPr>
          <a:xfrm>
            <a:off x="14946098" y="21694405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DDTI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B7CD0B-DE9A-F576-1669-EFD5126840A2}"/>
              </a:ext>
            </a:extLst>
          </p:cNvPr>
          <p:cNvSpPr txBox="1"/>
          <p:nvPr/>
        </p:nvSpPr>
        <p:spPr>
          <a:xfrm>
            <a:off x="18793322" y="21694405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ZJH-8K</a:t>
            </a:r>
            <a:endParaRPr kumimoji="1"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7BBA2E-D2E0-9A1B-E16F-149F249BAA31}"/>
              </a:ext>
            </a:extLst>
          </p:cNvPr>
          <p:cNvSpPr txBox="1"/>
          <p:nvPr/>
        </p:nvSpPr>
        <p:spPr>
          <a:xfrm>
            <a:off x="2929731" y="22201466"/>
            <a:ext cx="19302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1E4CF8-0440-D3C6-50CB-9DF1898CD559}"/>
              </a:ext>
            </a:extLst>
          </p:cNvPr>
          <p:cNvSpPr txBox="1"/>
          <p:nvPr/>
        </p:nvSpPr>
        <p:spPr>
          <a:xfrm>
            <a:off x="2045376" y="10888332"/>
            <a:ext cx="1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743D34-819F-184D-F7BB-44BE1315DE04}"/>
              </a:ext>
            </a:extLst>
          </p:cNvPr>
          <p:cNvSpPr txBox="1"/>
          <p:nvPr/>
        </p:nvSpPr>
        <p:spPr>
          <a:xfrm>
            <a:off x="2045376" y="15033221"/>
            <a:ext cx="1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13E5E3-AFBB-380B-E23E-CF18F0E9215F}"/>
              </a:ext>
            </a:extLst>
          </p:cNvPr>
          <p:cNvSpPr txBox="1"/>
          <p:nvPr/>
        </p:nvSpPr>
        <p:spPr>
          <a:xfrm>
            <a:off x="2045376" y="19255779"/>
            <a:ext cx="1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41EB83-4807-3564-8059-325833973A87}"/>
              </a:ext>
            </a:extLst>
          </p:cNvPr>
          <p:cNvSpPr txBox="1"/>
          <p:nvPr/>
        </p:nvSpPr>
        <p:spPr>
          <a:xfrm rot="16200000">
            <a:off x="-3621401" y="15937425"/>
            <a:ext cx="10806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90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8569-F5A5-0F06-4636-D26621A9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图形 164">
            <a:extLst>
              <a:ext uri="{FF2B5EF4-FFF2-40B4-BE49-F238E27FC236}">
                <a16:creationId xmlns:a16="http://schemas.microsoft.com/office/drawing/2014/main" id="{1A8A7B57-D49D-DEC2-D4B0-6A98C89463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800" y="13187933"/>
            <a:ext cx="6071317" cy="3671999"/>
          </a:xfrm>
          <a:prstGeom prst="rect">
            <a:avLst/>
          </a:prstGeom>
        </p:spPr>
      </p:pic>
      <p:pic>
        <p:nvPicPr>
          <p:cNvPr id="167" name="图形 166">
            <a:extLst>
              <a:ext uri="{FF2B5EF4-FFF2-40B4-BE49-F238E27FC236}">
                <a16:creationId xmlns:a16="http://schemas.microsoft.com/office/drawing/2014/main" id="{0D9954E4-434D-6F30-D37C-24E071DBE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98000" y="13187933"/>
            <a:ext cx="5987862" cy="3671999"/>
          </a:xfrm>
          <a:prstGeom prst="rect">
            <a:avLst/>
          </a:prstGeom>
        </p:spPr>
      </p:pic>
      <p:pic>
        <p:nvPicPr>
          <p:cNvPr id="169" name="图形 168">
            <a:extLst>
              <a:ext uri="{FF2B5EF4-FFF2-40B4-BE49-F238E27FC236}">
                <a16:creationId xmlns:a16="http://schemas.microsoft.com/office/drawing/2014/main" id="{E972FC37-E479-E2B1-4F0D-2825EDB177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6800" y="17864333"/>
            <a:ext cx="5987862" cy="3671999"/>
          </a:xfrm>
          <a:prstGeom prst="rect">
            <a:avLst/>
          </a:prstGeom>
        </p:spPr>
      </p:pic>
      <p:pic>
        <p:nvPicPr>
          <p:cNvPr id="171" name="图形 170">
            <a:extLst>
              <a:ext uri="{FF2B5EF4-FFF2-40B4-BE49-F238E27FC236}">
                <a16:creationId xmlns:a16="http://schemas.microsoft.com/office/drawing/2014/main" id="{69A29ECC-C4DB-5E9F-7A42-9DFED1791C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98000" y="17864333"/>
            <a:ext cx="5946135" cy="3671999"/>
          </a:xfrm>
          <a:prstGeom prst="rect">
            <a:avLst/>
          </a:prstGeom>
        </p:spPr>
      </p:pic>
      <p:pic>
        <p:nvPicPr>
          <p:cNvPr id="173" name="图形 172">
            <a:extLst>
              <a:ext uri="{FF2B5EF4-FFF2-40B4-BE49-F238E27FC236}">
                <a16:creationId xmlns:a16="http://schemas.microsoft.com/office/drawing/2014/main" id="{612297E4-F5EF-E14B-490E-BAF051CA6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6800" y="22627133"/>
            <a:ext cx="6071317" cy="3671999"/>
          </a:xfrm>
          <a:prstGeom prst="rect">
            <a:avLst/>
          </a:prstGeom>
        </p:spPr>
      </p:pic>
      <p:pic>
        <p:nvPicPr>
          <p:cNvPr id="175" name="图形 174">
            <a:extLst>
              <a:ext uri="{FF2B5EF4-FFF2-40B4-BE49-F238E27FC236}">
                <a16:creationId xmlns:a16="http://schemas.microsoft.com/office/drawing/2014/main" id="{8ABAD078-CC29-6B42-A97E-30A669F2F6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98000" y="22627133"/>
            <a:ext cx="6071317" cy="3671999"/>
          </a:xfrm>
          <a:prstGeom prst="rect">
            <a:avLst/>
          </a:prstGeom>
        </p:spPr>
      </p:pic>
      <p:pic>
        <p:nvPicPr>
          <p:cNvPr id="3" name="图形 2">
            <a:extLst>
              <a:ext uri="{FF2B5EF4-FFF2-40B4-BE49-F238E27FC236}">
                <a16:creationId xmlns:a16="http://schemas.microsoft.com/office/drawing/2014/main" id="{26B3A36F-7FED-AA2A-49BE-5CC9093A2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11627" y="791328"/>
            <a:ext cx="20880000" cy="1118292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9C61D78-2BD8-995E-1BAF-5146680CC60F}"/>
              </a:ext>
            </a:extLst>
          </p:cNvPr>
          <p:cNvSpPr txBox="1"/>
          <p:nvPr/>
        </p:nvSpPr>
        <p:spPr>
          <a:xfrm>
            <a:off x="4687106" y="1280116"/>
            <a:ext cx="2182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76C164-896A-EEE0-0B0A-FF3BA0A2F049}"/>
              </a:ext>
            </a:extLst>
          </p:cNvPr>
          <p:cNvSpPr txBox="1"/>
          <p:nvPr/>
        </p:nvSpPr>
        <p:spPr>
          <a:xfrm>
            <a:off x="4687106" y="1789894"/>
            <a:ext cx="2182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949334-2C39-A4BC-3619-85632EBBBAA7}"/>
              </a:ext>
            </a:extLst>
          </p:cNvPr>
          <p:cNvSpPr txBox="1"/>
          <p:nvPr/>
        </p:nvSpPr>
        <p:spPr>
          <a:xfrm>
            <a:off x="20096994" y="361737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3,202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471242-39F4-9E35-6EBE-5F9A76811557}"/>
              </a:ext>
            </a:extLst>
          </p:cNvPr>
          <p:cNvSpPr txBox="1"/>
          <p:nvPr/>
        </p:nvSpPr>
        <p:spPr>
          <a:xfrm>
            <a:off x="16288897" y="7081772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304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6B2C5D-DBD7-C0F8-EC31-253AB2EA7933}"/>
              </a:ext>
            </a:extLst>
          </p:cNvPr>
          <p:cNvSpPr txBox="1"/>
          <p:nvPr/>
        </p:nvSpPr>
        <p:spPr>
          <a:xfrm>
            <a:off x="17596785" y="1002660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19436A-FCEF-4366-693F-29F13ADA77C9}"/>
              </a:ext>
            </a:extLst>
          </p:cNvPr>
          <p:cNvSpPr txBox="1"/>
          <p:nvPr/>
        </p:nvSpPr>
        <p:spPr>
          <a:xfrm>
            <a:off x="13716118" y="3476588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3,459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E3DE10-5352-02A3-C052-0B64D1265787}"/>
              </a:ext>
            </a:extLst>
          </p:cNvPr>
          <p:cNvSpPr txBox="1"/>
          <p:nvPr/>
        </p:nvSpPr>
        <p:spPr>
          <a:xfrm>
            <a:off x="12324202" y="2194510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8,172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22BECA-4DEA-CB07-E305-78FE583A5CA2}"/>
              </a:ext>
            </a:extLst>
          </p:cNvPr>
          <p:cNvSpPr txBox="1"/>
          <p:nvPr/>
        </p:nvSpPr>
        <p:spPr>
          <a:xfrm>
            <a:off x="9877956" y="3491605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3,574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9B900F-1A3A-9AD2-ADC9-3499F0349825}"/>
              </a:ext>
            </a:extLst>
          </p:cNvPr>
          <p:cNvSpPr txBox="1"/>
          <p:nvPr/>
        </p:nvSpPr>
        <p:spPr>
          <a:xfrm>
            <a:off x="8460848" y="4833143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1,426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DB9D25-7073-6ACC-8F3A-ECD365EDDE0A}"/>
              </a:ext>
            </a:extLst>
          </p:cNvPr>
          <p:cNvSpPr txBox="1"/>
          <p:nvPr/>
        </p:nvSpPr>
        <p:spPr>
          <a:xfrm>
            <a:off x="5830680" y="387898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2,638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2AFDF2-FA71-94BA-9613-2882696EE939}"/>
              </a:ext>
            </a:extLst>
          </p:cNvPr>
          <p:cNvSpPr txBox="1"/>
          <p:nvPr/>
        </p:nvSpPr>
        <p:spPr>
          <a:xfrm>
            <a:off x="4619760" y="3827773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2,709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65BFF3-D880-1C8E-F2A8-EDF17CA51057}"/>
              </a:ext>
            </a:extLst>
          </p:cNvPr>
          <p:cNvSpPr txBox="1"/>
          <p:nvPr/>
        </p:nvSpPr>
        <p:spPr>
          <a:xfrm>
            <a:off x="4569991" y="11642400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37A78C-8D4D-7A90-5F39-F3F1E0CE5C8D}"/>
              </a:ext>
            </a:extLst>
          </p:cNvPr>
          <p:cNvSpPr txBox="1"/>
          <p:nvPr/>
        </p:nvSpPr>
        <p:spPr>
          <a:xfrm>
            <a:off x="8460848" y="11642400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0E1005D-F42A-5943-10B4-51392AC89D9C}"/>
              </a:ext>
            </a:extLst>
          </p:cNvPr>
          <p:cNvSpPr txBox="1"/>
          <p:nvPr/>
        </p:nvSpPr>
        <p:spPr>
          <a:xfrm>
            <a:off x="12406668" y="11642400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endParaRPr kumimoji="1"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7DC142-CAB1-8C6C-319D-9579F2C70590}"/>
              </a:ext>
            </a:extLst>
          </p:cNvPr>
          <p:cNvSpPr txBox="1"/>
          <p:nvPr/>
        </p:nvSpPr>
        <p:spPr>
          <a:xfrm>
            <a:off x="16347812" y="11642400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DDTI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7E6C83-27E5-44DC-9977-5E3132595CDA}"/>
              </a:ext>
            </a:extLst>
          </p:cNvPr>
          <p:cNvSpPr txBox="1"/>
          <p:nvPr/>
        </p:nvSpPr>
        <p:spPr>
          <a:xfrm>
            <a:off x="20238669" y="11642400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ZJH-8K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81A3CB-D338-BBB8-0DEA-CA5A5A2F3F58}"/>
              </a:ext>
            </a:extLst>
          </p:cNvPr>
          <p:cNvSpPr txBox="1"/>
          <p:nvPr/>
        </p:nvSpPr>
        <p:spPr>
          <a:xfrm>
            <a:off x="9186213" y="12093375"/>
            <a:ext cx="8930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30AE19-4BB4-23EE-EF79-4297C6EDF5F6}"/>
              </a:ext>
            </a:extLst>
          </p:cNvPr>
          <p:cNvSpPr txBox="1"/>
          <p:nvPr/>
        </p:nvSpPr>
        <p:spPr>
          <a:xfrm>
            <a:off x="2658432" y="2237688"/>
            <a:ext cx="108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5586DB-A7C8-452F-5F40-F25D879A89FF}"/>
              </a:ext>
            </a:extLst>
          </p:cNvPr>
          <p:cNvSpPr txBox="1"/>
          <p:nvPr/>
        </p:nvSpPr>
        <p:spPr>
          <a:xfrm>
            <a:off x="2610455" y="5623344"/>
            <a:ext cx="108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CE07596-8E64-D701-7164-F54A93C71E72}"/>
              </a:ext>
            </a:extLst>
          </p:cNvPr>
          <p:cNvSpPr txBox="1"/>
          <p:nvPr/>
        </p:nvSpPr>
        <p:spPr>
          <a:xfrm>
            <a:off x="2658432" y="8922367"/>
            <a:ext cx="108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D068ECF-737B-D132-944E-E2EF5A74F0BA}"/>
              </a:ext>
            </a:extLst>
          </p:cNvPr>
          <p:cNvSpPr txBox="1"/>
          <p:nvPr/>
        </p:nvSpPr>
        <p:spPr>
          <a:xfrm rot="16200000">
            <a:off x="-2312270" y="6229295"/>
            <a:ext cx="9145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kumimoji="1" lang="zh-CN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kumimoji="1" lang="zh-CN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05D575-FB01-AF51-DDD0-25B8C009FF46}"/>
              </a:ext>
            </a:extLst>
          </p:cNvPr>
          <p:cNvSpPr txBox="1"/>
          <p:nvPr/>
        </p:nvSpPr>
        <p:spPr>
          <a:xfrm>
            <a:off x="21530059" y="3068414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4,756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图形 35">
            <a:extLst>
              <a:ext uri="{FF2B5EF4-FFF2-40B4-BE49-F238E27FC236}">
                <a16:creationId xmlns:a16="http://schemas.microsoft.com/office/drawing/2014/main" id="{BE6EEB2A-6D3C-B8E7-8FEB-EF6837E755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65852" y="17864333"/>
            <a:ext cx="3606800" cy="3606800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86979A50-2718-16F5-B974-B86990AA5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67214" y="17864333"/>
            <a:ext cx="3606800" cy="3606800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84179F7E-4E72-288C-8084-B0E6E6F99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67214" y="13187933"/>
            <a:ext cx="3607200" cy="3607200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C6D7088-B6E0-7BEC-B6E3-AEB44ABF8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965852" y="13187933"/>
            <a:ext cx="3607200" cy="3607200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DC8C75C5-5136-B846-9301-A92352B58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67214" y="22627133"/>
            <a:ext cx="3606800" cy="3606800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D3525577-98C2-A25F-B90F-4BEFFCDD9643}"/>
              </a:ext>
            </a:extLst>
          </p:cNvPr>
          <p:cNvSpPr txBox="1"/>
          <p:nvPr/>
        </p:nvSpPr>
        <p:spPr>
          <a:xfrm>
            <a:off x="2627214" y="1465847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75DDC87-0672-615D-E2F9-8CDA2DC33655}"/>
              </a:ext>
            </a:extLst>
          </p:cNvPr>
          <p:cNvSpPr txBox="1"/>
          <p:nvPr/>
        </p:nvSpPr>
        <p:spPr>
          <a:xfrm>
            <a:off x="2627214" y="1306055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C28E3E7-51CB-5D04-19FF-C3453C023F83}"/>
              </a:ext>
            </a:extLst>
          </p:cNvPr>
          <p:cNvSpPr txBox="1"/>
          <p:nvPr/>
        </p:nvSpPr>
        <p:spPr>
          <a:xfrm>
            <a:off x="2674757" y="1636474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BA61AD6-EB46-F308-40A9-B0A6FDB31659}"/>
              </a:ext>
            </a:extLst>
          </p:cNvPr>
          <p:cNvSpPr txBox="1"/>
          <p:nvPr/>
        </p:nvSpPr>
        <p:spPr>
          <a:xfrm rot="16200000">
            <a:off x="747499" y="14586390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图形 49">
            <a:extLst>
              <a:ext uri="{FF2B5EF4-FFF2-40B4-BE49-F238E27FC236}">
                <a16:creationId xmlns:a16="http://schemas.microsoft.com/office/drawing/2014/main" id="{72EAB873-8686-CED6-8026-23AA05CD2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965852" y="22627133"/>
            <a:ext cx="3606800" cy="3606800"/>
          </a:xfrm>
          <a:prstGeom prst="rect">
            <a:avLst/>
          </a:prstGeom>
        </p:spPr>
      </p:pic>
      <p:sp>
        <p:nvSpPr>
          <p:cNvPr id="84" name="文本框 83">
            <a:extLst>
              <a:ext uri="{FF2B5EF4-FFF2-40B4-BE49-F238E27FC236}">
                <a16:creationId xmlns:a16="http://schemas.microsoft.com/office/drawing/2014/main" id="{6BE5837D-79F8-937C-C3AD-3F82F5C1913D}"/>
              </a:ext>
            </a:extLst>
          </p:cNvPr>
          <p:cNvSpPr txBox="1"/>
          <p:nvPr/>
        </p:nvSpPr>
        <p:spPr>
          <a:xfrm>
            <a:off x="3061758" y="1664136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644898E-381A-4E54-184B-D07666B84B44}"/>
              </a:ext>
            </a:extLst>
          </p:cNvPr>
          <p:cNvSpPr txBox="1"/>
          <p:nvPr/>
        </p:nvSpPr>
        <p:spPr>
          <a:xfrm>
            <a:off x="4662617" y="1664136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B4642290-BA1C-FA15-AF22-46155544C74A}"/>
              </a:ext>
            </a:extLst>
          </p:cNvPr>
          <p:cNvSpPr txBox="1"/>
          <p:nvPr/>
        </p:nvSpPr>
        <p:spPr>
          <a:xfrm>
            <a:off x="6311026" y="1664136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F2FEEB3-0868-19A4-9A31-9ADC0B97C59A}"/>
              </a:ext>
            </a:extLst>
          </p:cNvPr>
          <p:cNvSpPr txBox="1"/>
          <p:nvPr/>
        </p:nvSpPr>
        <p:spPr>
          <a:xfrm>
            <a:off x="2620823" y="1940730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2626427-8A71-51F8-7881-DA22323FE796}"/>
              </a:ext>
            </a:extLst>
          </p:cNvPr>
          <p:cNvSpPr txBox="1"/>
          <p:nvPr/>
        </p:nvSpPr>
        <p:spPr>
          <a:xfrm>
            <a:off x="2620823" y="1780939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878F4E6D-F2D6-B3C3-E883-6FAB210C306F}"/>
              </a:ext>
            </a:extLst>
          </p:cNvPr>
          <p:cNvSpPr txBox="1"/>
          <p:nvPr/>
        </p:nvSpPr>
        <p:spPr>
          <a:xfrm>
            <a:off x="2668366" y="2111357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BDCA916-633F-0146-F442-FD9820A3EBDE}"/>
              </a:ext>
            </a:extLst>
          </p:cNvPr>
          <p:cNvSpPr txBox="1"/>
          <p:nvPr/>
        </p:nvSpPr>
        <p:spPr>
          <a:xfrm rot="16200000">
            <a:off x="741108" y="1933522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C6279BE-0DF3-8FE9-8AFE-5A3A528971AD}"/>
              </a:ext>
            </a:extLst>
          </p:cNvPr>
          <p:cNvSpPr txBox="1"/>
          <p:nvPr/>
        </p:nvSpPr>
        <p:spPr>
          <a:xfrm>
            <a:off x="3055367" y="2139019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25C533B-FEDC-7ECC-8436-E8DE7D25961B}"/>
              </a:ext>
            </a:extLst>
          </p:cNvPr>
          <p:cNvSpPr txBox="1"/>
          <p:nvPr/>
        </p:nvSpPr>
        <p:spPr>
          <a:xfrm>
            <a:off x="4656226" y="2139019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F1D624C-A73E-6DAC-F8DC-8972209B8D7E}"/>
              </a:ext>
            </a:extLst>
          </p:cNvPr>
          <p:cNvSpPr txBox="1"/>
          <p:nvPr/>
        </p:nvSpPr>
        <p:spPr>
          <a:xfrm>
            <a:off x="6304635" y="2139019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C2D9BEE-F52F-2EBB-3EFE-E35F8E39073D}"/>
              </a:ext>
            </a:extLst>
          </p:cNvPr>
          <p:cNvSpPr txBox="1"/>
          <p:nvPr/>
        </p:nvSpPr>
        <p:spPr>
          <a:xfrm>
            <a:off x="2620823" y="24200041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E2FCE65-EF5B-2F83-B8F9-25A17998854E}"/>
              </a:ext>
            </a:extLst>
          </p:cNvPr>
          <p:cNvSpPr txBox="1"/>
          <p:nvPr/>
        </p:nvSpPr>
        <p:spPr>
          <a:xfrm>
            <a:off x="2620823" y="2260213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E67B341-10C2-4932-E668-6FABAE9CBFE0}"/>
              </a:ext>
            </a:extLst>
          </p:cNvPr>
          <p:cNvSpPr txBox="1"/>
          <p:nvPr/>
        </p:nvSpPr>
        <p:spPr>
          <a:xfrm>
            <a:off x="2668366" y="25906311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F5AADAE-D984-91C7-D003-1E7944090515}"/>
              </a:ext>
            </a:extLst>
          </p:cNvPr>
          <p:cNvSpPr txBox="1"/>
          <p:nvPr/>
        </p:nvSpPr>
        <p:spPr>
          <a:xfrm rot="16200000">
            <a:off x="741108" y="24127961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4DCCA08A-F003-154F-23A7-C39D6165C546}"/>
              </a:ext>
            </a:extLst>
          </p:cNvPr>
          <p:cNvSpPr txBox="1"/>
          <p:nvPr/>
        </p:nvSpPr>
        <p:spPr>
          <a:xfrm>
            <a:off x="3055367" y="2618293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D44EC18-AC37-F193-E64C-536ABF64F62F}"/>
              </a:ext>
            </a:extLst>
          </p:cNvPr>
          <p:cNvSpPr txBox="1"/>
          <p:nvPr/>
        </p:nvSpPr>
        <p:spPr>
          <a:xfrm>
            <a:off x="4656226" y="2618293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20B3A2E-1E67-C3D6-8263-07C1BBE954FE}"/>
              </a:ext>
            </a:extLst>
          </p:cNvPr>
          <p:cNvSpPr txBox="1"/>
          <p:nvPr/>
        </p:nvSpPr>
        <p:spPr>
          <a:xfrm>
            <a:off x="6304635" y="2618293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62812B8-E254-7C35-1F82-A4BD99AE8513}"/>
              </a:ext>
            </a:extLst>
          </p:cNvPr>
          <p:cNvSpPr txBox="1"/>
          <p:nvPr/>
        </p:nvSpPr>
        <p:spPr>
          <a:xfrm>
            <a:off x="13475639" y="14758415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DD66FBF-5227-3517-5356-0F90B03F6C29}"/>
              </a:ext>
            </a:extLst>
          </p:cNvPr>
          <p:cNvSpPr txBox="1"/>
          <p:nvPr/>
        </p:nvSpPr>
        <p:spPr>
          <a:xfrm>
            <a:off x="13475639" y="1316050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8A8936-74A5-B48C-D000-913C6AD29D46}"/>
              </a:ext>
            </a:extLst>
          </p:cNvPr>
          <p:cNvSpPr txBox="1"/>
          <p:nvPr/>
        </p:nvSpPr>
        <p:spPr>
          <a:xfrm>
            <a:off x="13523182" y="16464685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4B5DD74-45EC-FDB8-8E70-7BDD1DB9C2B9}"/>
              </a:ext>
            </a:extLst>
          </p:cNvPr>
          <p:cNvSpPr txBox="1"/>
          <p:nvPr/>
        </p:nvSpPr>
        <p:spPr>
          <a:xfrm rot="16200000">
            <a:off x="11778806" y="14686335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9C08986-73F9-D722-95F2-97C370DDBC9F}"/>
              </a:ext>
            </a:extLst>
          </p:cNvPr>
          <p:cNvSpPr txBox="1"/>
          <p:nvPr/>
        </p:nvSpPr>
        <p:spPr>
          <a:xfrm>
            <a:off x="13910183" y="16741308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7C13A37-401C-B6F5-A30D-FE60D2F61F55}"/>
              </a:ext>
            </a:extLst>
          </p:cNvPr>
          <p:cNvSpPr txBox="1"/>
          <p:nvPr/>
        </p:nvSpPr>
        <p:spPr>
          <a:xfrm>
            <a:off x="15511042" y="16741308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BB3D26F1-02E5-CA22-F76A-A6C4EB0FD572}"/>
              </a:ext>
            </a:extLst>
          </p:cNvPr>
          <p:cNvSpPr txBox="1"/>
          <p:nvPr/>
        </p:nvSpPr>
        <p:spPr>
          <a:xfrm>
            <a:off x="17342333" y="16741308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BF56FEE-72CA-1D6B-927B-1D904062EECE}"/>
              </a:ext>
            </a:extLst>
          </p:cNvPr>
          <p:cNvSpPr txBox="1"/>
          <p:nvPr/>
        </p:nvSpPr>
        <p:spPr>
          <a:xfrm>
            <a:off x="13481747" y="1943288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49ACFBC-474F-038E-196E-68F8DEB7AB16}"/>
              </a:ext>
            </a:extLst>
          </p:cNvPr>
          <p:cNvSpPr txBox="1"/>
          <p:nvPr/>
        </p:nvSpPr>
        <p:spPr>
          <a:xfrm>
            <a:off x="13481747" y="1783497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A8ACB8DD-760E-FF8D-0695-7A123822717A}"/>
              </a:ext>
            </a:extLst>
          </p:cNvPr>
          <p:cNvSpPr txBox="1"/>
          <p:nvPr/>
        </p:nvSpPr>
        <p:spPr>
          <a:xfrm>
            <a:off x="13529290" y="2113915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CC10D5CB-707A-0EEB-59D6-5431AD920790}"/>
              </a:ext>
            </a:extLst>
          </p:cNvPr>
          <p:cNvSpPr txBox="1"/>
          <p:nvPr/>
        </p:nvSpPr>
        <p:spPr>
          <a:xfrm rot="16200000">
            <a:off x="11654284" y="1936080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476A310-0B5E-37D8-F264-E1BDE779FC8C}"/>
              </a:ext>
            </a:extLst>
          </p:cNvPr>
          <p:cNvSpPr txBox="1"/>
          <p:nvPr/>
        </p:nvSpPr>
        <p:spPr>
          <a:xfrm>
            <a:off x="13785661" y="2141577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7E37951-9D3B-7846-68D0-8BAF90460DC2}"/>
              </a:ext>
            </a:extLst>
          </p:cNvPr>
          <p:cNvSpPr txBox="1"/>
          <p:nvPr/>
        </p:nvSpPr>
        <p:spPr>
          <a:xfrm>
            <a:off x="15386520" y="2141577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648099B-91F5-7271-1EB1-92E911742D8B}"/>
              </a:ext>
            </a:extLst>
          </p:cNvPr>
          <p:cNvSpPr txBox="1"/>
          <p:nvPr/>
        </p:nvSpPr>
        <p:spPr>
          <a:xfrm>
            <a:off x="17034929" y="2141577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AC4A445E-9842-3F5D-B99B-5A72570E7031}"/>
              </a:ext>
            </a:extLst>
          </p:cNvPr>
          <p:cNvSpPr txBox="1"/>
          <p:nvPr/>
        </p:nvSpPr>
        <p:spPr>
          <a:xfrm>
            <a:off x="13469248" y="24199641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F470C93A-9F25-43D1-84F0-EDF81D6DD6F6}"/>
              </a:ext>
            </a:extLst>
          </p:cNvPr>
          <p:cNvSpPr txBox="1"/>
          <p:nvPr/>
        </p:nvSpPr>
        <p:spPr>
          <a:xfrm>
            <a:off x="13469248" y="2260173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F9D153CC-4E4D-697E-02EC-5C7B94945A6F}"/>
              </a:ext>
            </a:extLst>
          </p:cNvPr>
          <p:cNvSpPr txBox="1"/>
          <p:nvPr/>
        </p:nvSpPr>
        <p:spPr>
          <a:xfrm>
            <a:off x="13516791" y="25905911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9693531-B406-556D-1CD4-F0F44FDF7436}"/>
              </a:ext>
            </a:extLst>
          </p:cNvPr>
          <p:cNvSpPr txBox="1"/>
          <p:nvPr/>
        </p:nvSpPr>
        <p:spPr>
          <a:xfrm rot="16200000">
            <a:off x="11772415" y="24127561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DCDE3138-3D42-74CA-9A23-7035496557DE}"/>
              </a:ext>
            </a:extLst>
          </p:cNvPr>
          <p:cNvSpPr txBox="1"/>
          <p:nvPr/>
        </p:nvSpPr>
        <p:spPr>
          <a:xfrm>
            <a:off x="13903792" y="2618253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D635DE51-3F3D-39B1-D23B-CBBD1D244A5B}"/>
              </a:ext>
            </a:extLst>
          </p:cNvPr>
          <p:cNvSpPr txBox="1"/>
          <p:nvPr/>
        </p:nvSpPr>
        <p:spPr>
          <a:xfrm>
            <a:off x="15504651" y="2618253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51E6B37B-5B05-A05F-22E6-4196E415BF8C}"/>
              </a:ext>
            </a:extLst>
          </p:cNvPr>
          <p:cNvSpPr txBox="1"/>
          <p:nvPr/>
        </p:nvSpPr>
        <p:spPr>
          <a:xfrm>
            <a:off x="17335942" y="2618253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DBB693BB-80BD-C720-6485-4989BC6558AE}"/>
              </a:ext>
            </a:extLst>
          </p:cNvPr>
          <p:cNvSpPr txBox="1"/>
          <p:nvPr/>
        </p:nvSpPr>
        <p:spPr>
          <a:xfrm>
            <a:off x="3408238" y="16924212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Pos_x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1AC1E619-858F-63C1-1C54-569B77D6C162}"/>
              </a:ext>
            </a:extLst>
          </p:cNvPr>
          <p:cNvSpPr txBox="1"/>
          <p:nvPr/>
        </p:nvSpPr>
        <p:spPr>
          <a:xfrm>
            <a:off x="3405817" y="216695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Pos_x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CA68F7FC-AA6F-BAF5-1BBF-F307C6DC2F01}"/>
              </a:ext>
            </a:extLst>
          </p:cNvPr>
          <p:cNvSpPr txBox="1"/>
          <p:nvPr/>
        </p:nvSpPr>
        <p:spPr>
          <a:xfrm>
            <a:off x="3381298" y="264467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Pos_x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D3A8B86-7632-F3A9-F132-A8CC644E8C0F}"/>
              </a:ext>
            </a:extLst>
          </p:cNvPr>
          <p:cNvSpPr txBox="1"/>
          <p:nvPr/>
        </p:nvSpPr>
        <p:spPr>
          <a:xfrm>
            <a:off x="14146469" y="16991877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Pos_x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F073FD6-0685-7B1E-823F-E267FAE83918}"/>
              </a:ext>
            </a:extLst>
          </p:cNvPr>
          <p:cNvSpPr txBox="1"/>
          <p:nvPr/>
        </p:nvSpPr>
        <p:spPr>
          <a:xfrm>
            <a:off x="14144048" y="216695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Pos_x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32185761-A765-615F-B3D1-8A58E1053FD7}"/>
              </a:ext>
            </a:extLst>
          </p:cNvPr>
          <p:cNvSpPr txBox="1"/>
          <p:nvPr/>
        </p:nvSpPr>
        <p:spPr>
          <a:xfrm>
            <a:off x="14119529" y="264467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Pos_x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0C375F38-0DD7-9E02-E73E-AA233EA4CB5E}"/>
              </a:ext>
            </a:extLst>
          </p:cNvPr>
          <p:cNvSpPr txBox="1"/>
          <p:nvPr/>
        </p:nvSpPr>
        <p:spPr>
          <a:xfrm>
            <a:off x="3308400" y="12667580"/>
            <a:ext cx="864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(N=5,347)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CB8AEFAB-3CDA-134B-39D4-1E2007FB8454}"/>
              </a:ext>
            </a:extLst>
          </p:cNvPr>
          <p:cNvSpPr txBox="1"/>
          <p:nvPr/>
        </p:nvSpPr>
        <p:spPr>
          <a:xfrm>
            <a:off x="14637600" y="12691224"/>
            <a:ext cx="864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(N=5,000)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C6C17B4F-6BD8-6777-E3E4-38D76CEDB202}"/>
              </a:ext>
            </a:extLst>
          </p:cNvPr>
          <p:cNvSpPr txBox="1"/>
          <p:nvPr/>
        </p:nvSpPr>
        <p:spPr>
          <a:xfrm>
            <a:off x="3308400" y="17312503"/>
            <a:ext cx="86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(N=11,631)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49417108-DB68-410A-DBF0-279602FA2301}"/>
              </a:ext>
            </a:extLst>
          </p:cNvPr>
          <p:cNvSpPr txBox="1"/>
          <p:nvPr/>
        </p:nvSpPr>
        <p:spPr>
          <a:xfrm>
            <a:off x="14637600" y="17312503"/>
            <a:ext cx="86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DDTI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(N=349)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FF14CBFE-5226-914B-574A-B54C41F472CD}"/>
              </a:ext>
            </a:extLst>
          </p:cNvPr>
          <p:cNvSpPr txBox="1"/>
          <p:nvPr/>
        </p:nvSpPr>
        <p:spPr>
          <a:xfrm>
            <a:off x="3308400" y="22064900"/>
            <a:ext cx="86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ZJH-8K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(N=7,958)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D94114E9-A577-937C-235D-175ACB6F1699}"/>
              </a:ext>
            </a:extLst>
          </p:cNvPr>
          <p:cNvSpPr txBox="1"/>
          <p:nvPr/>
        </p:nvSpPr>
        <p:spPr>
          <a:xfrm>
            <a:off x="14637600" y="22060296"/>
            <a:ext cx="86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RJH-7K</a:t>
            </a:r>
            <a:r>
              <a:rPr kumimoji="1"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(N=7,288)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EB84821-8A19-B7E0-EAB6-CA44466DE4D6}"/>
              </a:ext>
            </a:extLst>
          </p:cNvPr>
          <p:cNvSpPr txBox="1"/>
          <p:nvPr/>
        </p:nvSpPr>
        <p:spPr>
          <a:xfrm rot="16200000">
            <a:off x="5307246" y="14568148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7851EC8A-33E1-D103-3826-CCC4F6C9496C}"/>
              </a:ext>
            </a:extLst>
          </p:cNvPr>
          <p:cNvSpPr txBox="1"/>
          <p:nvPr/>
        </p:nvSpPr>
        <p:spPr>
          <a:xfrm>
            <a:off x="7085830" y="13502211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CBF440E-2E9B-3E0B-B6FD-1E6396EBEB14}"/>
              </a:ext>
            </a:extLst>
          </p:cNvPr>
          <p:cNvSpPr txBox="1"/>
          <p:nvPr/>
        </p:nvSpPr>
        <p:spPr>
          <a:xfrm>
            <a:off x="7085830" y="14482017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3E3FF2A0-60E9-70D4-1743-D743779D2FFB}"/>
              </a:ext>
            </a:extLst>
          </p:cNvPr>
          <p:cNvSpPr txBox="1"/>
          <p:nvPr/>
        </p:nvSpPr>
        <p:spPr>
          <a:xfrm>
            <a:off x="7085830" y="1541993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61A41E69-2A29-B9C7-9E2E-448C1BD46308}"/>
              </a:ext>
            </a:extLst>
          </p:cNvPr>
          <p:cNvSpPr txBox="1"/>
          <p:nvPr/>
        </p:nvSpPr>
        <p:spPr>
          <a:xfrm>
            <a:off x="7085830" y="16328065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EEC70C2-2064-13A1-A7E5-E93A63C72B5B}"/>
              </a:ext>
            </a:extLst>
          </p:cNvPr>
          <p:cNvSpPr txBox="1"/>
          <p:nvPr/>
        </p:nvSpPr>
        <p:spPr>
          <a:xfrm>
            <a:off x="7164832" y="1665822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5151A85D-16AC-5E21-7E6F-8C9C655CC7F0}"/>
              </a:ext>
            </a:extLst>
          </p:cNvPr>
          <p:cNvSpPr txBox="1"/>
          <p:nvPr/>
        </p:nvSpPr>
        <p:spPr>
          <a:xfrm>
            <a:off x="8283709" y="1665822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7BCC1E2B-4F6E-2FC2-550C-202C148D1CAF}"/>
              </a:ext>
            </a:extLst>
          </p:cNvPr>
          <p:cNvSpPr txBox="1"/>
          <p:nvPr/>
        </p:nvSpPr>
        <p:spPr>
          <a:xfrm>
            <a:off x="9449848" y="1665822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D11FB75D-4BA8-D1B5-565E-A5FC82C170C6}"/>
              </a:ext>
            </a:extLst>
          </p:cNvPr>
          <p:cNvSpPr txBox="1"/>
          <p:nvPr/>
        </p:nvSpPr>
        <p:spPr>
          <a:xfrm>
            <a:off x="10598018" y="1665822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3BAD88BA-660B-DDDE-D898-0D8842EE6511}"/>
              </a:ext>
            </a:extLst>
          </p:cNvPr>
          <p:cNvSpPr txBox="1"/>
          <p:nvPr/>
        </p:nvSpPr>
        <p:spPr>
          <a:xfrm>
            <a:off x="11738920" y="1665822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B9C9FB6A-2A49-9047-A857-5AE583E81C19}"/>
              </a:ext>
            </a:extLst>
          </p:cNvPr>
          <p:cNvSpPr txBox="1"/>
          <p:nvPr/>
        </p:nvSpPr>
        <p:spPr>
          <a:xfrm>
            <a:off x="12807892" y="1665822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628265A3-3E42-F244-E535-D16CCAC23A2E}"/>
              </a:ext>
            </a:extLst>
          </p:cNvPr>
          <p:cNvSpPr txBox="1"/>
          <p:nvPr/>
        </p:nvSpPr>
        <p:spPr>
          <a:xfrm rot="16200000">
            <a:off x="5302763" y="19288902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C8F5D5BA-3470-977F-62BC-1F7F576AC6DA}"/>
              </a:ext>
            </a:extLst>
          </p:cNvPr>
          <p:cNvSpPr txBox="1"/>
          <p:nvPr/>
        </p:nvSpPr>
        <p:spPr>
          <a:xfrm>
            <a:off x="6924592" y="17961705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435C03A3-C1BB-0D04-EF6D-F1FBE11A8E95}"/>
              </a:ext>
            </a:extLst>
          </p:cNvPr>
          <p:cNvSpPr txBox="1"/>
          <p:nvPr/>
        </p:nvSpPr>
        <p:spPr>
          <a:xfrm>
            <a:off x="7081347" y="1899376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4114131E-1E3C-D9FE-CCCF-49ABB1A54A74}"/>
              </a:ext>
            </a:extLst>
          </p:cNvPr>
          <p:cNvSpPr txBox="1"/>
          <p:nvPr/>
        </p:nvSpPr>
        <p:spPr>
          <a:xfrm>
            <a:off x="7081347" y="20010057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90EEAEB8-F783-D24D-DAA2-2C90809B82E7}"/>
              </a:ext>
            </a:extLst>
          </p:cNvPr>
          <p:cNvSpPr txBox="1"/>
          <p:nvPr/>
        </p:nvSpPr>
        <p:spPr>
          <a:xfrm>
            <a:off x="7081347" y="2104881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9C4C2AC5-6F7E-C9FD-27DA-2523664DE6EA}"/>
              </a:ext>
            </a:extLst>
          </p:cNvPr>
          <p:cNvSpPr txBox="1"/>
          <p:nvPr/>
        </p:nvSpPr>
        <p:spPr>
          <a:xfrm>
            <a:off x="7160349" y="2137898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7FA0641F-2256-1C8A-DC29-8FBFAD8D95FF}"/>
              </a:ext>
            </a:extLst>
          </p:cNvPr>
          <p:cNvSpPr txBox="1"/>
          <p:nvPr/>
        </p:nvSpPr>
        <p:spPr>
          <a:xfrm>
            <a:off x="8279226" y="2137898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389D6B51-6927-5298-805B-9548779D291B}"/>
              </a:ext>
            </a:extLst>
          </p:cNvPr>
          <p:cNvSpPr txBox="1"/>
          <p:nvPr/>
        </p:nvSpPr>
        <p:spPr>
          <a:xfrm>
            <a:off x="9445365" y="2137898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205B8A92-BFB5-68E2-6A04-CAF1B187C08F}"/>
              </a:ext>
            </a:extLst>
          </p:cNvPr>
          <p:cNvSpPr txBox="1"/>
          <p:nvPr/>
        </p:nvSpPr>
        <p:spPr>
          <a:xfrm>
            <a:off x="10593535" y="2137898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36EA4C7D-8947-11F7-FCC9-36C8CC2CD5C6}"/>
              </a:ext>
            </a:extLst>
          </p:cNvPr>
          <p:cNvSpPr txBox="1"/>
          <p:nvPr/>
        </p:nvSpPr>
        <p:spPr>
          <a:xfrm>
            <a:off x="11734437" y="2137898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94B87717-A5EB-18BF-53DF-8218DAE109C1}"/>
              </a:ext>
            </a:extLst>
          </p:cNvPr>
          <p:cNvSpPr txBox="1"/>
          <p:nvPr/>
        </p:nvSpPr>
        <p:spPr>
          <a:xfrm>
            <a:off x="12803409" y="2137898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DFBAEFE0-9884-0EAC-D165-6AB6D6FE6E8C}"/>
              </a:ext>
            </a:extLst>
          </p:cNvPr>
          <p:cNvSpPr txBox="1"/>
          <p:nvPr/>
        </p:nvSpPr>
        <p:spPr>
          <a:xfrm rot="16200000">
            <a:off x="5303272" y="23990311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1757B76E-166A-C0DE-9188-8A36395C330B}"/>
              </a:ext>
            </a:extLst>
          </p:cNvPr>
          <p:cNvSpPr txBox="1"/>
          <p:nvPr/>
        </p:nvSpPr>
        <p:spPr>
          <a:xfrm>
            <a:off x="7081856" y="2292437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1D7D7CB6-D582-347E-8383-FD0529D69C82}"/>
              </a:ext>
            </a:extLst>
          </p:cNvPr>
          <p:cNvSpPr txBox="1"/>
          <p:nvPr/>
        </p:nvSpPr>
        <p:spPr>
          <a:xfrm>
            <a:off x="7081856" y="2390418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5470CAC-4BD3-A290-7C2C-BB5EA6D16210}"/>
              </a:ext>
            </a:extLst>
          </p:cNvPr>
          <p:cNvSpPr txBox="1"/>
          <p:nvPr/>
        </p:nvSpPr>
        <p:spPr>
          <a:xfrm>
            <a:off x="7081856" y="2484209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A7A5F79-3756-8F4A-E4CB-5CACBF8699C4}"/>
              </a:ext>
            </a:extLst>
          </p:cNvPr>
          <p:cNvSpPr txBox="1"/>
          <p:nvPr/>
        </p:nvSpPr>
        <p:spPr>
          <a:xfrm>
            <a:off x="7081856" y="25750228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23F7201A-D289-0166-A061-1B8407C23A60}"/>
              </a:ext>
            </a:extLst>
          </p:cNvPr>
          <p:cNvSpPr txBox="1"/>
          <p:nvPr/>
        </p:nvSpPr>
        <p:spPr>
          <a:xfrm>
            <a:off x="7160858" y="2608039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C6CA55A9-5296-8B19-B2CE-F7D68EC74241}"/>
              </a:ext>
            </a:extLst>
          </p:cNvPr>
          <p:cNvSpPr txBox="1"/>
          <p:nvPr/>
        </p:nvSpPr>
        <p:spPr>
          <a:xfrm>
            <a:off x="8279735" y="2608039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7CB48724-033F-ED80-8346-F9084C43E859}"/>
              </a:ext>
            </a:extLst>
          </p:cNvPr>
          <p:cNvSpPr txBox="1"/>
          <p:nvPr/>
        </p:nvSpPr>
        <p:spPr>
          <a:xfrm>
            <a:off x="9445874" y="2608039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6CA047C4-C0F2-3EB3-3536-E849B9AD3DA0}"/>
              </a:ext>
            </a:extLst>
          </p:cNvPr>
          <p:cNvSpPr txBox="1"/>
          <p:nvPr/>
        </p:nvSpPr>
        <p:spPr>
          <a:xfrm>
            <a:off x="10594044" y="2608039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5D2B5A5F-2ED3-BAE4-48EB-E8A9A087F929}"/>
              </a:ext>
            </a:extLst>
          </p:cNvPr>
          <p:cNvSpPr txBox="1"/>
          <p:nvPr/>
        </p:nvSpPr>
        <p:spPr>
          <a:xfrm>
            <a:off x="11761072" y="2608039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EC74457-EEB6-09C6-BC6B-00544A107676}"/>
              </a:ext>
            </a:extLst>
          </p:cNvPr>
          <p:cNvSpPr txBox="1"/>
          <p:nvPr/>
        </p:nvSpPr>
        <p:spPr>
          <a:xfrm>
            <a:off x="12803918" y="2608039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EB349D74-B348-3EF5-4B7B-B619CBF86840}"/>
              </a:ext>
            </a:extLst>
          </p:cNvPr>
          <p:cNvSpPr txBox="1"/>
          <p:nvPr/>
        </p:nvSpPr>
        <p:spPr>
          <a:xfrm rot="16200000">
            <a:off x="16048803" y="14664767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1DC3723E-35E9-6020-6663-D65196DFC206}"/>
              </a:ext>
            </a:extLst>
          </p:cNvPr>
          <p:cNvSpPr txBox="1"/>
          <p:nvPr/>
        </p:nvSpPr>
        <p:spPr>
          <a:xfrm>
            <a:off x="17879639" y="1375558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65DB0876-5477-A757-C581-203D219F5078}"/>
              </a:ext>
            </a:extLst>
          </p:cNvPr>
          <p:cNvSpPr txBox="1"/>
          <p:nvPr/>
        </p:nvSpPr>
        <p:spPr>
          <a:xfrm>
            <a:off x="17879639" y="14604762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9459208D-0DB2-03FB-C198-4EF202F31813}"/>
              </a:ext>
            </a:extLst>
          </p:cNvPr>
          <p:cNvSpPr txBox="1"/>
          <p:nvPr/>
        </p:nvSpPr>
        <p:spPr>
          <a:xfrm>
            <a:off x="18010269" y="1543817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A9C4A1F5-47AC-1957-896A-84A4D1E1504F}"/>
              </a:ext>
            </a:extLst>
          </p:cNvPr>
          <p:cNvSpPr txBox="1"/>
          <p:nvPr/>
        </p:nvSpPr>
        <p:spPr>
          <a:xfrm>
            <a:off x="18010269" y="16346306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2F91A388-7A21-700E-6A4A-9F7FEFC93F73}"/>
              </a:ext>
            </a:extLst>
          </p:cNvPr>
          <p:cNvSpPr txBox="1"/>
          <p:nvPr/>
        </p:nvSpPr>
        <p:spPr>
          <a:xfrm>
            <a:off x="18089271" y="1667647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4B2DB9B5-6A3A-644E-6D3C-591D63EBC233}"/>
              </a:ext>
            </a:extLst>
          </p:cNvPr>
          <p:cNvSpPr txBox="1"/>
          <p:nvPr/>
        </p:nvSpPr>
        <p:spPr>
          <a:xfrm>
            <a:off x="19208148" y="1667647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5BB7C33-BCDD-081E-05D8-617F778B5521}"/>
              </a:ext>
            </a:extLst>
          </p:cNvPr>
          <p:cNvSpPr txBox="1"/>
          <p:nvPr/>
        </p:nvSpPr>
        <p:spPr>
          <a:xfrm>
            <a:off x="20374287" y="1667647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FD38068D-A2DB-F38B-708B-D3B40263E369}"/>
              </a:ext>
            </a:extLst>
          </p:cNvPr>
          <p:cNvSpPr txBox="1"/>
          <p:nvPr/>
        </p:nvSpPr>
        <p:spPr>
          <a:xfrm>
            <a:off x="21522457" y="1667647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A71B85F6-C757-04C5-38F4-0E7EF4ED186B}"/>
              </a:ext>
            </a:extLst>
          </p:cNvPr>
          <p:cNvSpPr txBox="1"/>
          <p:nvPr/>
        </p:nvSpPr>
        <p:spPr>
          <a:xfrm>
            <a:off x="22663359" y="1667647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780DB020-B890-2B5A-31AD-32DAA67DE85C}"/>
              </a:ext>
            </a:extLst>
          </p:cNvPr>
          <p:cNvSpPr txBox="1"/>
          <p:nvPr/>
        </p:nvSpPr>
        <p:spPr>
          <a:xfrm>
            <a:off x="23732331" y="1667647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10D2DB65-DC02-5E47-8FA2-B127C30F28D7}"/>
              </a:ext>
            </a:extLst>
          </p:cNvPr>
          <p:cNvSpPr txBox="1"/>
          <p:nvPr/>
        </p:nvSpPr>
        <p:spPr>
          <a:xfrm rot="16200000">
            <a:off x="16044320" y="19385521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A53AF237-D6DA-84E2-8BC9-DBE379877805}"/>
              </a:ext>
            </a:extLst>
          </p:cNvPr>
          <p:cNvSpPr txBox="1"/>
          <p:nvPr/>
        </p:nvSpPr>
        <p:spPr>
          <a:xfrm>
            <a:off x="17796778" y="1795382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F01F9482-5945-4D59-B25E-BB65FE173939}"/>
              </a:ext>
            </a:extLst>
          </p:cNvPr>
          <p:cNvSpPr txBox="1"/>
          <p:nvPr/>
        </p:nvSpPr>
        <p:spPr>
          <a:xfrm>
            <a:off x="17796778" y="1901200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B2C98D78-EC18-8E63-1B11-DA09DED0ED78}"/>
              </a:ext>
            </a:extLst>
          </p:cNvPr>
          <p:cNvSpPr txBox="1"/>
          <p:nvPr/>
        </p:nvSpPr>
        <p:spPr>
          <a:xfrm>
            <a:off x="17796778" y="20028298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1.5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F0CE549B-F79A-CD1D-7E8A-8441AD5411C6}"/>
              </a:ext>
            </a:extLst>
          </p:cNvPr>
          <p:cNvSpPr txBox="1"/>
          <p:nvPr/>
        </p:nvSpPr>
        <p:spPr>
          <a:xfrm>
            <a:off x="17796778" y="21067060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9512CD9B-FA7C-115B-D628-3FFA85AEA6EE}"/>
              </a:ext>
            </a:extLst>
          </p:cNvPr>
          <p:cNvSpPr txBox="1"/>
          <p:nvPr/>
        </p:nvSpPr>
        <p:spPr>
          <a:xfrm>
            <a:off x="18084788" y="2139722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BDEE1DB6-FB50-288C-6B3B-32FCE2F8911B}"/>
              </a:ext>
            </a:extLst>
          </p:cNvPr>
          <p:cNvSpPr txBox="1"/>
          <p:nvPr/>
        </p:nvSpPr>
        <p:spPr>
          <a:xfrm>
            <a:off x="19203665" y="2139722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2ED9A57A-2C1F-CA91-6AEF-A48352402CFE}"/>
              </a:ext>
            </a:extLst>
          </p:cNvPr>
          <p:cNvSpPr txBox="1"/>
          <p:nvPr/>
        </p:nvSpPr>
        <p:spPr>
          <a:xfrm>
            <a:off x="20369804" y="2139722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6C9F93F-CD44-E714-91CC-66659B5AD6E4}"/>
              </a:ext>
            </a:extLst>
          </p:cNvPr>
          <p:cNvSpPr txBox="1"/>
          <p:nvPr/>
        </p:nvSpPr>
        <p:spPr>
          <a:xfrm>
            <a:off x="21517974" y="2139722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9998DAAA-A560-6898-D794-B883DDAC243E}"/>
              </a:ext>
            </a:extLst>
          </p:cNvPr>
          <p:cNvSpPr txBox="1"/>
          <p:nvPr/>
        </p:nvSpPr>
        <p:spPr>
          <a:xfrm>
            <a:off x="22658876" y="2139722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9CEE0D0E-2C19-74CC-63BE-9292286A2B45}"/>
              </a:ext>
            </a:extLst>
          </p:cNvPr>
          <p:cNvSpPr txBox="1"/>
          <p:nvPr/>
        </p:nvSpPr>
        <p:spPr>
          <a:xfrm>
            <a:off x="23727848" y="21397224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F9163616-B376-54DF-B80F-3EFC02D6F751}"/>
              </a:ext>
            </a:extLst>
          </p:cNvPr>
          <p:cNvSpPr txBox="1"/>
          <p:nvPr/>
        </p:nvSpPr>
        <p:spPr>
          <a:xfrm rot="16200000">
            <a:off x="16044829" y="24086930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684BB58E-41B5-4D26-D6D7-C409FF61C278}"/>
              </a:ext>
            </a:extLst>
          </p:cNvPr>
          <p:cNvSpPr txBox="1"/>
          <p:nvPr/>
        </p:nvSpPr>
        <p:spPr>
          <a:xfrm>
            <a:off x="18006295" y="22942615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9683C46F-8E2A-F888-2E89-5E87BFE55297}"/>
              </a:ext>
            </a:extLst>
          </p:cNvPr>
          <p:cNvSpPr txBox="1"/>
          <p:nvPr/>
        </p:nvSpPr>
        <p:spPr>
          <a:xfrm>
            <a:off x="18006295" y="23922421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80BD8149-AFD8-2DDF-4F1C-A0DE1545E139}"/>
              </a:ext>
            </a:extLst>
          </p:cNvPr>
          <p:cNvSpPr txBox="1"/>
          <p:nvPr/>
        </p:nvSpPr>
        <p:spPr>
          <a:xfrm>
            <a:off x="18006295" y="24860337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5A5BC784-84CA-D408-B697-8661E81A1B79}"/>
              </a:ext>
            </a:extLst>
          </p:cNvPr>
          <p:cNvSpPr txBox="1"/>
          <p:nvPr/>
        </p:nvSpPr>
        <p:spPr>
          <a:xfrm>
            <a:off x="18006295" y="25768469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6C7B05F4-6A3C-14D4-1172-470A15E175FF}"/>
              </a:ext>
            </a:extLst>
          </p:cNvPr>
          <p:cNvSpPr txBox="1"/>
          <p:nvPr/>
        </p:nvSpPr>
        <p:spPr>
          <a:xfrm>
            <a:off x="18085297" y="2609863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F46CDC68-131D-451D-6CE7-5D52E3B68346}"/>
              </a:ext>
            </a:extLst>
          </p:cNvPr>
          <p:cNvSpPr txBox="1"/>
          <p:nvPr/>
        </p:nvSpPr>
        <p:spPr>
          <a:xfrm>
            <a:off x="19204174" y="2609863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E56EADE4-64FF-5E46-BDE5-4FB80192053F}"/>
              </a:ext>
            </a:extLst>
          </p:cNvPr>
          <p:cNvSpPr txBox="1"/>
          <p:nvPr/>
        </p:nvSpPr>
        <p:spPr>
          <a:xfrm>
            <a:off x="20370313" y="2609863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C6E6F2BB-BC8A-A37C-64D4-1F9F08B37AED}"/>
              </a:ext>
            </a:extLst>
          </p:cNvPr>
          <p:cNvSpPr txBox="1"/>
          <p:nvPr/>
        </p:nvSpPr>
        <p:spPr>
          <a:xfrm>
            <a:off x="21518483" y="2609863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420DDD61-29CA-87CF-4077-83F49EA1516D}"/>
              </a:ext>
            </a:extLst>
          </p:cNvPr>
          <p:cNvSpPr txBox="1"/>
          <p:nvPr/>
        </p:nvSpPr>
        <p:spPr>
          <a:xfrm>
            <a:off x="22685511" y="2609863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26A8B242-F895-6D41-2D99-963F9463CC4B}"/>
              </a:ext>
            </a:extLst>
          </p:cNvPr>
          <p:cNvSpPr txBox="1"/>
          <p:nvPr/>
        </p:nvSpPr>
        <p:spPr>
          <a:xfrm>
            <a:off x="23728357" y="26098633"/>
            <a:ext cx="7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AC99928A-CB73-B38B-4270-72CC896B6A67}"/>
              </a:ext>
            </a:extLst>
          </p:cNvPr>
          <p:cNvSpPr txBox="1"/>
          <p:nvPr/>
        </p:nvSpPr>
        <p:spPr>
          <a:xfrm>
            <a:off x="8460848" y="264467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Relative_size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580FD30F-DF48-895F-0690-BAC3DC0ED776}"/>
              </a:ext>
            </a:extLst>
          </p:cNvPr>
          <p:cNvSpPr txBox="1"/>
          <p:nvPr/>
        </p:nvSpPr>
        <p:spPr>
          <a:xfrm>
            <a:off x="19923652" y="264467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Relative_size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F6136F3A-FAF0-6D2E-4206-4A769AD4C666}"/>
              </a:ext>
            </a:extLst>
          </p:cNvPr>
          <p:cNvSpPr txBox="1"/>
          <p:nvPr/>
        </p:nvSpPr>
        <p:spPr>
          <a:xfrm>
            <a:off x="8460848" y="216695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Relative_size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9FC8023E-1E39-5ABF-02C8-CB4D280AB44C}"/>
              </a:ext>
            </a:extLst>
          </p:cNvPr>
          <p:cNvSpPr txBox="1"/>
          <p:nvPr/>
        </p:nvSpPr>
        <p:spPr>
          <a:xfrm>
            <a:off x="19923652" y="21669533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Relative_size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7591769C-EB25-4EB7-63DC-C0258653EDD0}"/>
              </a:ext>
            </a:extLst>
          </p:cNvPr>
          <p:cNvSpPr txBox="1"/>
          <p:nvPr/>
        </p:nvSpPr>
        <p:spPr>
          <a:xfrm>
            <a:off x="8460848" y="16949898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Relative_size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3C25E867-F214-9BD4-8ADD-EA60D98BEB7B}"/>
              </a:ext>
            </a:extLst>
          </p:cNvPr>
          <p:cNvSpPr txBox="1"/>
          <p:nvPr/>
        </p:nvSpPr>
        <p:spPr>
          <a:xfrm>
            <a:off x="19923652" y="16949898"/>
            <a:ext cx="3269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Relative_size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9C168506-A33B-6C28-5B61-EF8DBE8BD418}"/>
              </a:ext>
            </a:extLst>
          </p:cNvPr>
          <p:cNvSpPr txBox="1"/>
          <p:nvPr/>
        </p:nvSpPr>
        <p:spPr>
          <a:xfrm>
            <a:off x="2127600" y="12591480"/>
            <a:ext cx="108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zh-CN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1B9F55B9-9221-2587-F085-0E89033F140B}"/>
              </a:ext>
            </a:extLst>
          </p:cNvPr>
          <p:cNvSpPr txBox="1"/>
          <p:nvPr/>
        </p:nvSpPr>
        <p:spPr>
          <a:xfrm>
            <a:off x="2127600" y="831730"/>
            <a:ext cx="108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00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388</Words>
  <Application>Microsoft Macintosh PowerPoint</Application>
  <PresentationFormat>自定义</PresentationFormat>
  <Paragraphs>216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T210463</dc:creator>
  <cp:lastModifiedBy>T210463</cp:lastModifiedBy>
  <cp:revision>28</cp:revision>
  <dcterms:created xsi:type="dcterms:W3CDTF">2026-06-19T09:16:22Z</dcterms:created>
  <dcterms:modified xsi:type="dcterms:W3CDTF">2026-07-13T15:57:46Z</dcterms:modified>
</cp:coreProperties>
</file>