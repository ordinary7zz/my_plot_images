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5"/>
  </p:notesMasterIdLst>
  <p:sldIdLst>
    <p:sldId id="256" r:id="rId2"/>
    <p:sldId id="258" r:id="rId3"/>
    <p:sldId id="259" r:id="rId4"/>
  </p:sldIdLst>
  <p:sldSz cx="25199975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15"/>
    <p:restoredTop sz="94568"/>
  </p:normalViewPr>
  <p:slideViewPr>
    <p:cSldViewPr snapToGrid="0">
      <p:cViewPr>
        <p:scale>
          <a:sx n="49" d="100"/>
          <a:sy n="49" d="100"/>
        </p:scale>
        <p:origin x="832" y="-648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49500" y="1143000"/>
            <a:ext cx="2159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1pPr>
    <a:lvl2pPr marL="669981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2pPr>
    <a:lvl3pPr marL="1339962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3pPr>
    <a:lvl4pPr marL="2009943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4pPr>
    <a:lvl5pPr marL="2679924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5pPr>
    <a:lvl6pPr marL="3349904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6pPr>
    <a:lvl7pPr marL="4019885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7pPr>
    <a:lvl8pPr marL="4689866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8pPr>
    <a:lvl9pPr marL="5359847" algn="l" defTabSz="1339962" rtl="0" eaLnBrk="1" latinLnBrk="0" hangingPunct="1">
      <a:defRPr sz="175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349500" y="1143000"/>
            <a:ext cx="21590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2832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6656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521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786332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66333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1794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2390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79046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38006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3998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0085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2026/7/13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997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519995" rtl="0" eaLnBrk="1" latinLnBrk="0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0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0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0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2453442" y="1020344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186670" y="1226458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2453441" y="1468216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7317909" y="1468247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7319209" y="1020439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813496" y="1226489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2588623" y="1468247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7453091" y="1468247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10066282" y="1226489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4693108" y="1226489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2588622" y="1020439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7453089" y="1020439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2453440" y="15121365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186668" y="1718250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2453439" y="1960008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7317907" y="1960039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7319207" y="1512231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813494" y="171828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2588621" y="1960039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7453089" y="1960039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10066280" y="171828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4693106" y="171828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2588620" y="1512231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7453087" y="15122311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2453440" y="20139172"/>
            <a:ext cx="4449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(N=8083)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186668" y="2220031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2453439" y="2461788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7317907" y="2461820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7319207" y="201401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(N=8083)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813494" y="22231401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2588621" y="2461820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7453089" y="2461820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10066280" y="2220062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4693106" y="22200625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2457880" y="20140118"/>
            <a:ext cx="470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SHH-7K–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7453087" y="20140118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SHH-7K</a:t>
            </a:r>
            <a:r>
              <a:rPr kumimoji="1" lang="zh-CN" altLang="en-US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987131" y="999313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987131" y="14739118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987131" y="1982291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2069409" y="999313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2069409" y="14739118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2069409" y="1982291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D1CEFEB3-A529-CBE5-9A2B-D08E05228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81131" y="10536738"/>
            <a:ext cx="4796972" cy="43200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26D79222-ACC2-3CE7-74E4-54D16834D71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51531" y="10536738"/>
            <a:ext cx="4320000" cy="43200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ADDD4CD6-3899-D7D8-6C74-19E6E424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909131" y="10536738"/>
            <a:ext cx="4796972" cy="43200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54FCE508-B583-E06F-6676-C97E22D79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351531" y="10536738"/>
            <a:ext cx="4320000" cy="43200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0176541B-ABC7-8609-9CEA-A9C7986AA7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81131" y="15450738"/>
            <a:ext cx="4637444" cy="43200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949DC6B1-88D6-38D0-9B15-89ECBAC1FD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455131" y="15450738"/>
            <a:ext cx="4320000" cy="43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D85B98F9-2DB7-8B1F-CF8A-B4FF55E6E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909131" y="15450738"/>
            <a:ext cx="4796972" cy="43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2364BB41-63CD-8CDD-6157-4FB236B877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51531" y="15450738"/>
            <a:ext cx="4320000" cy="43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0CC7427F-2000-B5E5-5C3C-8FD98795F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081131" y="20469138"/>
            <a:ext cx="4796972" cy="43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407C7279-10D8-5AE5-EB9C-F34C05DA2B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55131" y="20469138"/>
            <a:ext cx="4320000" cy="43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E8FE656A-00C5-C35F-CC9C-C409B8AD8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909131" y="20469138"/>
            <a:ext cx="4796972" cy="43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FEF2C0DD-FAF5-7FCC-835F-6F70490B25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351531" y="20469138"/>
            <a:ext cx="432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57056-BE18-D765-D863-6A4544447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15">
            <a:extLst>
              <a:ext uri="{FF2B5EF4-FFF2-40B4-BE49-F238E27FC236}">
                <a16:creationId xmlns:a16="http://schemas.microsoft.com/office/drawing/2014/main" id="{F3013C86-6325-798C-B7FA-9C92E67516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57247" y="10497058"/>
            <a:ext cx="20892502" cy="124416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84A0024-F7A9-2EC8-6513-B0A985434798}"/>
              </a:ext>
            </a:extLst>
          </p:cNvPr>
          <p:cNvSpPr txBox="1"/>
          <p:nvPr/>
        </p:nvSpPr>
        <p:spPr>
          <a:xfrm>
            <a:off x="20267081" y="11356068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88B3C5-9DA3-1C53-3ED3-7058C6ECE6A5}"/>
              </a:ext>
            </a:extLst>
          </p:cNvPr>
          <p:cNvSpPr txBox="1"/>
          <p:nvPr/>
        </p:nvSpPr>
        <p:spPr>
          <a:xfrm>
            <a:off x="20267081" y="11868183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46F14F-403D-3B17-6E47-7C6AAA20A511}"/>
              </a:ext>
            </a:extLst>
          </p:cNvPr>
          <p:cNvSpPr txBox="1"/>
          <p:nvPr/>
        </p:nvSpPr>
        <p:spPr>
          <a:xfrm>
            <a:off x="19992331" y="1220172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4,792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89D92B-A71C-F091-1D20-8C681690E240}"/>
              </a:ext>
            </a:extLst>
          </p:cNvPr>
          <p:cNvSpPr txBox="1"/>
          <p:nvPr/>
        </p:nvSpPr>
        <p:spPr>
          <a:xfrm>
            <a:off x="18767299" y="128381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3,288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7AF3846-D460-CD42-7AE4-E950B8DB1F23}"/>
              </a:ext>
            </a:extLst>
          </p:cNvPr>
          <p:cNvSpPr txBox="1"/>
          <p:nvPr/>
        </p:nvSpPr>
        <p:spPr>
          <a:xfrm>
            <a:off x="15005425" y="1702008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DEB9D76-2011-8E62-9A98-6C1153CE5E0B}"/>
              </a:ext>
            </a:extLst>
          </p:cNvPr>
          <p:cNvSpPr txBox="1"/>
          <p:nvPr/>
        </p:nvSpPr>
        <p:spPr>
          <a:xfrm>
            <a:off x="16288794" y="2049319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3544DB2-D2A4-B926-A58F-ABC133DC3CDC}"/>
              </a:ext>
            </a:extLst>
          </p:cNvPr>
          <p:cNvSpPr txBox="1"/>
          <p:nvPr/>
        </p:nvSpPr>
        <p:spPr>
          <a:xfrm>
            <a:off x="12599988" y="1260908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871F6D8-B8EE-0571-EBE8-A6407B40557A}"/>
              </a:ext>
            </a:extLst>
          </p:cNvPr>
          <p:cNvSpPr txBox="1"/>
          <p:nvPr/>
        </p:nvSpPr>
        <p:spPr>
          <a:xfrm>
            <a:off x="11300577" y="11190710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F55D1F-5E97-A2BC-BBE1-230BA3873CFC}"/>
              </a:ext>
            </a:extLst>
          </p:cNvPr>
          <p:cNvSpPr txBox="1"/>
          <p:nvPr/>
        </p:nvSpPr>
        <p:spPr>
          <a:xfrm>
            <a:off x="8886240" y="1269341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D6F0CC9-0A4B-1103-8340-23F6A755F256}"/>
              </a:ext>
            </a:extLst>
          </p:cNvPr>
          <p:cNvSpPr txBox="1"/>
          <p:nvPr/>
        </p:nvSpPr>
        <p:spPr>
          <a:xfrm>
            <a:off x="7570787" y="1430619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ED2E20B-FADF-687E-11D2-E6FB2E6BF19C}"/>
              </a:ext>
            </a:extLst>
          </p:cNvPr>
          <p:cNvSpPr txBox="1"/>
          <p:nvPr/>
        </p:nvSpPr>
        <p:spPr>
          <a:xfrm>
            <a:off x="5152801" y="1313230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7977C2A-78C7-6C95-C6D3-32E44BEE7FB8}"/>
              </a:ext>
            </a:extLst>
          </p:cNvPr>
          <p:cNvSpPr txBox="1"/>
          <p:nvPr/>
        </p:nvSpPr>
        <p:spPr>
          <a:xfrm>
            <a:off x="3853390" y="1308109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6E3CCDE-D93D-BE92-E190-7D173DF7EB57}"/>
              </a:ext>
            </a:extLst>
          </p:cNvPr>
          <p:cNvSpPr txBox="1"/>
          <p:nvPr/>
        </p:nvSpPr>
        <p:spPr>
          <a:xfrm>
            <a:off x="3853389" y="2169440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99E716E-AB1A-9A50-7879-8CE85C53C01D}"/>
              </a:ext>
            </a:extLst>
          </p:cNvPr>
          <p:cNvSpPr txBox="1"/>
          <p:nvPr/>
        </p:nvSpPr>
        <p:spPr>
          <a:xfrm>
            <a:off x="7442448" y="2169440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0F39F00-D1D3-09A3-D05C-2490DBAEB584}"/>
              </a:ext>
            </a:extLst>
          </p:cNvPr>
          <p:cNvSpPr txBox="1"/>
          <p:nvPr/>
        </p:nvSpPr>
        <p:spPr>
          <a:xfrm>
            <a:off x="11289672" y="2169440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0955E7-FB48-BDD9-0BAC-EE2A28B1D557}"/>
              </a:ext>
            </a:extLst>
          </p:cNvPr>
          <p:cNvSpPr txBox="1"/>
          <p:nvPr/>
        </p:nvSpPr>
        <p:spPr>
          <a:xfrm>
            <a:off x="14946098" y="21694405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B7CD0B-DE9A-F576-1669-EFD5126840A2}"/>
              </a:ext>
            </a:extLst>
          </p:cNvPr>
          <p:cNvSpPr txBox="1"/>
          <p:nvPr/>
        </p:nvSpPr>
        <p:spPr>
          <a:xfrm>
            <a:off x="18793322" y="21694405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37BBA2E-D2E0-9A1B-E16F-149F249BAA31}"/>
              </a:ext>
            </a:extLst>
          </p:cNvPr>
          <p:cNvSpPr txBox="1"/>
          <p:nvPr/>
        </p:nvSpPr>
        <p:spPr>
          <a:xfrm>
            <a:off x="2929731" y="22201466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1E4CF8-0440-D3C6-50CB-9DF1898CD559}"/>
              </a:ext>
            </a:extLst>
          </p:cNvPr>
          <p:cNvSpPr txBox="1"/>
          <p:nvPr/>
        </p:nvSpPr>
        <p:spPr>
          <a:xfrm>
            <a:off x="2045376" y="1088833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E743D34-819F-184D-F7BB-44BE1315DE04}"/>
              </a:ext>
            </a:extLst>
          </p:cNvPr>
          <p:cNvSpPr txBox="1"/>
          <p:nvPr/>
        </p:nvSpPr>
        <p:spPr>
          <a:xfrm>
            <a:off x="2045376" y="15033221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F13E5E3-AFBB-380B-E23E-CF18F0E9215F}"/>
              </a:ext>
            </a:extLst>
          </p:cNvPr>
          <p:cNvSpPr txBox="1"/>
          <p:nvPr/>
        </p:nvSpPr>
        <p:spPr>
          <a:xfrm>
            <a:off x="2045376" y="19255779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41EB83-4807-3564-8059-325833973A87}"/>
              </a:ext>
            </a:extLst>
          </p:cNvPr>
          <p:cNvSpPr txBox="1"/>
          <p:nvPr/>
        </p:nvSpPr>
        <p:spPr>
          <a:xfrm rot="16200000">
            <a:off x="-3621401" y="15937425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907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8569-F5A5-0F06-4636-D26621A9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26B3A36F-7FED-AA2A-49BE-5CC9093A2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86799" y="988346"/>
            <a:ext cx="20165034" cy="10800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9C61D78-2BD8-995E-1BAF-5146680CC60F}"/>
              </a:ext>
            </a:extLst>
          </p:cNvPr>
          <p:cNvSpPr txBox="1"/>
          <p:nvPr/>
        </p:nvSpPr>
        <p:spPr>
          <a:xfrm>
            <a:off x="4687106" y="143687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076C164-896A-EEE0-0B0A-FF3BA0A2F049}"/>
              </a:ext>
            </a:extLst>
          </p:cNvPr>
          <p:cNvSpPr txBox="1"/>
          <p:nvPr/>
        </p:nvSpPr>
        <p:spPr>
          <a:xfrm>
            <a:off x="4687106" y="1894398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3949334-2C39-A4BC-3619-85632EBBBAA7}"/>
              </a:ext>
            </a:extLst>
          </p:cNvPr>
          <p:cNvSpPr txBox="1"/>
          <p:nvPr/>
        </p:nvSpPr>
        <p:spPr>
          <a:xfrm>
            <a:off x="19628989" y="368177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3,202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A471242-39F4-9E35-6EBE-5F9A76811557}"/>
              </a:ext>
            </a:extLst>
          </p:cNvPr>
          <p:cNvSpPr txBox="1"/>
          <p:nvPr/>
        </p:nvSpPr>
        <p:spPr>
          <a:xfrm>
            <a:off x="15791207" y="710059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76B2C5D-DBD7-C0F8-EC31-253AB2EA7933}"/>
              </a:ext>
            </a:extLst>
          </p:cNvPr>
          <p:cNvSpPr txBox="1"/>
          <p:nvPr/>
        </p:nvSpPr>
        <p:spPr>
          <a:xfrm>
            <a:off x="17205043" y="989518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B19436A-FCEF-4366-693F-29F13ADA77C9}"/>
              </a:ext>
            </a:extLst>
          </p:cNvPr>
          <p:cNvSpPr txBox="1"/>
          <p:nvPr/>
        </p:nvSpPr>
        <p:spPr>
          <a:xfrm>
            <a:off x="13430336" y="358271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7E3DE10-5352-02A3-C052-0B64D1265787}"/>
              </a:ext>
            </a:extLst>
          </p:cNvPr>
          <p:cNvSpPr txBox="1"/>
          <p:nvPr/>
        </p:nvSpPr>
        <p:spPr>
          <a:xfrm>
            <a:off x="12085947" y="23288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922BECA-4DEA-CB07-E305-78FE583A5CA2}"/>
              </a:ext>
            </a:extLst>
          </p:cNvPr>
          <p:cNvSpPr txBox="1"/>
          <p:nvPr/>
        </p:nvSpPr>
        <p:spPr>
          <a:xfrm>
            <a:off x="9657930" y="349387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39B900F-1A3A-9AD2-ADC9-3499F0349825}"/>
              </a:ext>
            </a:extLst>
          </p:cNvPr>
          <p:cNvSpPr txBox="1"/>
          <p:nvPr/>
        </p:nvSpPr>
        <p:spPr>
          <a:xfrm>
            <a:off x="8269690" y="480701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FDB9D25-7073-6ACC-8F3A-ECD365EDDE0A}"/>
              </a:ext>
            </a:extLst>
          </p:cNvPr>
          <p:cNvSpPr txBox="1"/>
          <p:nvPr/>
        </p:nvSpPr>
        <p:spPr>
          <a:xfrm>
            <a:off x="5830680" y="387898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0F2AFDF2-FA71-94BA-9613-2882696EE939}"/>
              </a:ext>
            </a:extLst>
          </p:cNvPr>
          <p:cNvSpPr txBox="1"/>
          <p:nvPr/>
        </p:nvSpPr>
        <p:spPr>
          <a:xfrm>
            <a:off x="4619760" y="382777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665BFF3-D880-1C8E-F2A8-EDF17CA51057}"/>
              </a:ext>
            </a:extLst>
          </p:cNvPr>
          <p:cNvSpPr txBox="1"/>
          <p:nvPr/>
        </p:nvSpPr>
        <p:spPr>
          <a:xfrm>
            <a:off x="4570622" y="11541670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137A78C-8D4D-7A90-5F39-F3F1E0CE5C8D}"/>
              </a:ext>
            </a:extLst>
          </p:cNvPr>
          <p:cNvSpPr txBox="1"/>
          <p:nvPr/>
        </p:nvSpPr>
        <p:spPr>
          <a:xfrm>
            <a:off x="8269690" y="11541671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0E1005D-F42A-5943-10B4-51392AC89D9C}"/>
              </a:ext>
            </a:extLst>
          </p:cNvPr>
          <p:cNvSpPr txBox="1"/>
          <p:nvPr/>
        </p:nvSpPr>
        <p:spPr>
          <a:xfrm>
            <a:off x="12138946" y="1148631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C7DC142-CAB1-8C6C-319D-9579F2C70590}"/>
              </a:ext>
            </a:extLst>
          </p:cNvPr>
          <p:cNvSpPr txBox="1"/>
          <p:nvPr/>
        </p:nvSpPr>
        <p:spPr>
          <a:xfrm>
            <a:off x="15872542" y="11541672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727E6C83-27E5-44DC-9977-5E3132595CDA}"/>
              </a:ext>
            </a:extLst>
          </p:cNvPr>
          <p:cNvSpPr txBox="1"/>
          <p:nvPr/>
        </p:nvSpPr>
        <p:spPr>
          <a:xfrm>
            <a:off x="19628989" y="1154718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EA81A3CB-D338-BBB8-0DEA-CA5A5A2F3F58}"/>
              </a:ext>
            </a:extLst>
          </p:cNvPr>
          <p:cNvSpPr txBox="1"/>
          <p:nvPr/>
        </p:nvSpPr>
        <p:spPr>
          <a:xfrm>
            <a:off x="3898387" y="12014011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530AE19-4BB4-23EE-EF79-4297C6EDF5F6}"/>
              </a:ext>
            </a:extLst>
          </p:cNvPr>
          <p:cNvSpPr txBox="1"/>
          <p:nvPr/>
        </p:nvSpPr>
        <p:spPr>
          <a:xfrm>
            <a:off x="2658432" y="2237688"/>
            <a:ext cx="108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65586DB-A7C8-452F-5F40-F25D879A89FF}"/>
              </a:ext>
            </a:extLst>
          </p:cNvPr>
          <p:cNvSpPr txBox="1"/>
          <p:nvPr/>
        </p:nvSpPr>
        <p:spPr>
          <a:xfrm>
            <a:off x="2610455" y="5623344"/>
            <a:ext cx="108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CE07596-8E64-D701-7164-F54A93C71E72}"/>
              </a:ext>
            </a:extLst>
          </p:cNvPr>
          <p:cNvSpPr txBox="1"/>
          <p:nvPr/>
        </p:nvSpPr>
        <p:spPr>
          <a:xfrm>
            <a:off x="2658432" y="8922367"/>
            <a:ext cx="108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6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D068ECF-737B-D132-944E-E2EF5A74F0BA}"/>
              </a:ext>
            </a:extLst>
          </p:cNvPr>
          <p:cNvSpPr txBox="1"/>
          <p:nvPr/>
        </p:nvSpPr>
        <p:spPr>
          <a:xfrm rot="16200000">
            <a:off x="-2312270" y="6229295"/>
            <a:ext cx="914532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4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4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4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kumimoji="1" lang="zh-CN" altLang="en-US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6905D575-FB01-AF51-DDD0-25B8C009FF46}"/>
              </a:ext>
            </a:extLst>
          </p:cNvPr>
          <p:cNvSpPr txBox="1"/>
          <p:nvPr/>
        </p:nvSpPr>
        <p:spPr>
          <a:xfrm>
            <a:off x="21021934" y="313855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4,756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6" name="图形 35">
            <a:extLst>
              <a:ext uri="{FF2B5EF4-FFF2-40B4-BE49-F238E27FC236}">
                <a16:creationId xmlns:a16="http://schemas.microsoft.com/office/drawing/2014/main" id="{BE6EEB2A-6D3C-B8E7-8FEB-EF6837E755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71176" y="13056230"/>
            <a:ext cx="3606800" cy="3606800"/>
          </a:xfrm>
          <a:prstGeom prst="rect">
            <a:avLst/>
          </a:prstGeom>
        </p:spPr>
      </p:pic>
      <p:pic>
        <p:nvPicPr>
          <p:cNvPr id="38" name="图形 37">
            <a:extLst>
              <a:ext uri="{FF2B5EF4-FFF2-40B4-BE49-F238E27FC236}">
                <a16:creationId xmlns:a16="http://schemas.microsoft.com/office/drawing/2014/main" id="{86979A50-2718-16F5-B974-B86990AA5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65916" y="13056230"/>
            <a:ext cx="3606800" cy="36068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84179F7E-4E72-288C-8084-B0E6E6F994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75040" y="13009283"/>
            <a:ext cx="3606800" cy="3606800"/>
          </a:xfrm>
          <a:prstGeom prst="rect">
            <a:avLst/>
          </a:prstGeom>
        </p:spPr>
      </p:pic>
      <p:pic>
        <p:nvPicPr>
          <p:cNvPr id="42" name="图形 41">
            <a:extLst>
              <a:ext uri="{FF2B5EF4-FFF2-40B4-BE49-F238E27FC236}">
                <a16:creationId xmlns:a16="http://schemas.microsoft.com/office/drawing/2014/main" id="{0C6D7088-B6E0-7BEC-B6E3-AEB44ABF8D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57680" y="13054404"/>
            <a:ext cx="3606800" cy="3606800"/>
          </a:xfrm>
          <a:prstGeom prst="rect">
            <a:avLst/>
          </a:prstGeom>
        </p:spPr>
      </p:pic>
      <p:pic>
        <p:nvPicPr>
          <p:cNvPr id="44" name="图形 43">
            <a:extLst>
              <a:ext uri="{FF2B5EF4-FFF2-40B4-BE49-F238E27FC236}">
                <a16:creationId xmlns:a16="http://schemas.microsoft.com/office/drawing/2014/main" id="{DC8C75C5-5136-B846-9301-A92352B58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976436" y="13054404"/>
            <a:ext cx="3606800" cy="3606800"/>
          </a:xfrm>
          <a:prstGeom prst="rect">
            <a:avLst/>
          </a:prstGeom>
        </p:spPr>
      </p:pic>
      <p:sp>
        <p:nvSpPr>
          <p:cNvPr id="45" name="文本框 44">
            <a:extLst>
              <a:ext uri="{FF2B5EF4-FFF2-40B4-BE49-F238E27FC236}">
                <a16:creationId xmlns:a16="http://schemas.microsoft.com/office/drawing/2014/main" id="{D3525577-98C2-A25F-B90F-4BEFFCDD9643}"/>
              </a:ext>
            </a:extLst>
          </p:cNvPr>
          <p:cNvSpPr txBox="1"/>
          <p:nvPr/>
        </p:nvSpPr>
        <p:spPr>
          <a:xfrm>
            <a:off x="3435040" y="14527671"/>
            <a:ext cx="10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DDC87-0672-615D-E2F9-8CDA2DC33655}"/>
              </a:ext>
            </a:extLst>
          </p:cNvPr>
          <p:cNvSpPr txBox="1"/>
          <p:nvPr/>
        </p:nvSpPr>
        <p:spPr>
          <a:xfrm>
            <a:off x="3435040" y="12929760"/>
            <a:ext cx="10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C28E3E7-51CB-5D04-19FF-C3453C023F83}"/>
              </a:ext>
            </a:extLst>
          </p:cNvPr>
          <p:cNvSpPr txBox="1"/>
          <p:nvPr/>
        </p:nvSpPr>
        <p:spPr>
          <a:xfrm>
            <a:off x="3482583" y="16233941"/>
            <a:ext cx="10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BA61AD6-EB46-F308-40A9-B0A6FDB31659}"/>
              </a:ext>
            </a:extLst>
          </p:cNvPr>
          <p:cNvSpPr txBox="1"/>
          <p:nvPr/>
        </p:nvSpPr>
        <p:spPr>
          <a:xfrm rot="16200000">
            <a:off x="1593064" y="14344713"/>
            <a:ext cx="3269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dirty="0" err="1">
                <a:latin typeface="Arial" panose="020B0604020202020204" pitchFamily="34" charset="0"/>
                <a:cs typeface="Arial" panose="020B0604020202020204" pitchFamily="34" charset="0"/>
              </a:rPr>
              <a:t>Pos_y</a:t>
            </a:r>
            <a:endParaRPr kumimoji="1" lang="zh-CN" alt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000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</TotalTime>
  <Words>199</Words>
  <Application>Microsoft Macintosh PowerPoint</Application>
  <PresentationFormat>自定义</PresentationFormat>
  <Paragraphs>91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26</cp:revision>
  <dcterms:created xsi:type="dcterms:W3CDTF">2026-06-19T09:16:22Z</dcterms:created>
  <dcterms:modified xsi:type="dcterms:W3CDTF">2026-07-13T14:15:02Z</dcterms:modified>
</cp:coreProperties>
</file>