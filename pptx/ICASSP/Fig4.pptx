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</p:sldIdLst>
  <p:sldSz cx="118792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9" autoAdjust="0"/>
    <p:restoredTop sz="94623"/>
  </p:normalViewPr>
  <p:slideViewPr>
    <p:cSldViewPr snapToGrid="0">
      <p:cViewPr varScale="1">
        <p:scale>
          <a:sx n="124" d="100"/>
          <a:sy n="124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060529"/>
            <a:ext cx="8909447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403592"/>
            <a:ext cx="8909447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19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45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615545"/>
            <a:ext cx="10245864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336618"/>
            <a:ext cx="10245864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44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725046"/>
            <a:ext cx="504868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725046"/>
            <a:ext cx="504868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92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45010"/>
            <a:ext cx="10245864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588543"/>
            <a:ext cx="5025485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367064"/>
            <a:ext cx="5025485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588543"/>
            <a:ext cx="5050234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367064"/>
            <a:ext cx="5050234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18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03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65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32012"/>
            <a:ext cx="38313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33026"/>
            <a:ext cx="601387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944052"/>
            <a:ext cx="38313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26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32012"/>
            <a:ext cx="38313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33026"/>
            <a:ext cx="601387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944052"/>
            <a:ext cx="38313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77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73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45009"/>
            <a:ext cx="2561466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45009"/>
            <a:ext cx="7535907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732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45010"/>
            <a:ext cx="10245864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725046"/>
            <a:ext cx="10245864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006163"/>
            <a:ext cx="2672834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F4057-8BC9-4839-B95C-D490B8442B1D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006163"/>
            <a:ext cx="4009251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006163"/>
            <a:ext cx="2672834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5A9B7-6D50-476C-A883-7D1FEB541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58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形 29">
            <a:extLst>
              <a:ext uri="{FF2B5EF4-FFF2-40B4-BE49-F238E27FC236}">
                <a16:creationId xmlns:a16="http://schemas.microsoft.com/office/drawing/2014/main" id="{6A9304B4-8306-9C78-AFB4-83DF573B3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225" y="3375025"/>
            <a:ext cx="6991350" cy="3105150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F100CB6B-C8EB-5E1D-BDFC-EC12E017E0A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550" y="86054"/>
            <a:ext cx="7058025" cy="309600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CAC1A180-A5D8-41E0-15A1-694FFF5D1DF7}"/>
              </a:ext>
            </a:extLst>
          </p:cNvPr>
          <p:cNvSpPr/>
          <p:nvPr/>
        </p:nvSpPr>
        <p:spPr>
          <a:xfrm>
            <a:off x="90540" y="86055"/>
            <a:ext cx="7588921" cy="3164066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29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A8109D-B5B5-88E3-6098-C1886FB325B8}"/>
              </a:ext>
            </a:extLst>
          </p:cNvPr>
          <p:cNvSpPr/>
          <p:nvPr/>
        </p:nvSpPr>
        <p:spPr>
          <a:xfrm>
            <a:off x="7774951" y="86056"/>
            <a:ext cx="4036038" cy="633166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29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7A04DF9-D240-1FD1-1C9A-78C29EF38318}"/>
              </a:ext>
            </a:extLst>
          </p:cNvPr>
          <p:cNvSpPr txBox="1"/>
          <p:nvPr/>
        </p:nvSpPr>
        <p:spPr>
          <a:xfrm>
            <a:off x="7774951" y="80932"/>
            <a:ext cx="5125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 masks vs GT masks.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D863193-D8EF-CFCA-832F-B1594A5AC47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580" y="4490648"/>
            <a:ext cx="1800000" cy="15840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E72E1E33-7E21-B803-3235-4A8343CC093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580" y="2520573"/>
            <a:ext cx="1800000" cy="15840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F1888486-3506-D529-7A2D-84FD5A58C75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617" y="614086"/>
            <a:ext cx="1800000" cy="15840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7EFCE941-0D9F-925C-D213-A3EC694C8ED4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036" y="613692"/>
            <a:ext cx="1800000" cy="15840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15A543CD-E931-243F-3817-2225F8B0197E}"/>
              </a:ext>
            </a:extLst>
          </p:cNvPr>
          <p:cNvSpPr txBox="1"/>
          <p:nvPr/>
        </p:nvSpPr>
        <p:spPr>
          <a:xfrm>
            <a:off x="7936395" y="2096840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2F4C2ED-84C3-0F76-4DA0-972226BAEF70}"/>
              </a:ext>
            </a:extLst>
          </p:cNvPr>
          <p:cNvSpPr txBox="1"/>
          <p:nvPr/>
        </p:nvSpPr>
        <p:spPr>
          <a:xfrm>
            <a:off x="9925077" y="2096252"/>
            <a:ext cx="18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 Mask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5996788-3729-483E-1847-3938D680D0DC}"/>
              </a:ext>
            </a:extLst>
          </p:cNvPr>
          <p:cNvSpPr txBox="1"/>
          <p:nvPr/>
        </p:nvSpPr>
        <p:spPr>
          <a:xfrm>
            <a:off x="7949616" y="4021545"/>
            <a:ext cx="1801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TransUnet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EB69C2A-98AA-6E64-B791-9147A3E8741E}"/>
              </a:ext>
            </a:extLst>
          </p:cNvPr>
          <p:cNvSpPr txBox="1"/>
          <p:nvPr/>
        </p:nvSpPr>
        <p:spPr>
          <a:xfrm>
            <a:off x="9877173" y="4022892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UltraFedFM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FD0A80AD-2900-4B2B-F58D-9A845812F18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2" t="3793" r="20364" b="5374"/>
          <a:stretch>
            <a:fillRect/>
          </a:stretch>
        </p:blipFill>
        <p:spPr>
          <a:xfrm>
            <a:off x="9935180" y="4490892"/>
            <a:ext cx="1800000" cy="158400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AFA088BC-5F36-2C17-ABB2-1414AD00C887}"/>
              </a:ext>
            </a:extLst>
          </p:cNvPr>
          <p:cNvSpPr txBox="1"/>
          <p:nvPr/>
        </p:nvSpPr>
        <p:spPr>
          <a:xfrm>
            <a:off x="9911574" y="6010092"/>
            <a:ext cx="176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65E8FAC-492D-E4BE-46B9-5140049E1AB3}"/>
              </a:ext>
            </a:extLst>
          </p:cNvPr>
          <p:cNvSpPr txBox="1"/>
          <p:nvPr/>
        </p:nvSpPr>
        <p:spPr>
          <a:xfrm>
            <a:off x="7787660" y="6010578"/>
            <a:ext cx="210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ThyAgent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-Seg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8154BF7E-79FE-3B21-AD91-873C7FEA1337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180" y="2520573"/>
            <a:ext cx="1800000" cy="15840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E0FFD1D5-4174-2060-9B4E-C0A4C614B881}"/>
              </a:ext>
            </a:extLst>
          </p:cNvPr>
          <p:cNvSpPr txBox="1"/>
          <p:nvPr/>
        </p:nvSpPr>
        <p:spPr>
          <a:xfrm>
            <a:off x="90538" y="2818798"/>
            <a:ext cx="567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SHAP  waterfall (classification)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654C43C-0910-22AC-68DA-FACED401501B}"/>
              </a:ext>
            </a:extLst>
          </p:cNvPr>
          <p:cNvSpPr/>
          <p:nvPr/>
        </p:nvSpPr>
        <p:spPr>
          <a:xfrm>
            <a:off x="90539" y="3312573"/>
            <a:ext cx="7580655" cy="3105150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29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535ECBC-EB3B-357A-C670-EA036694E7B8}"/>
              </a:ext>
            </a:extLst>
          </p:cNvPr>
          <p:cNvSpPr txBox="1"/>
          <p:nvPr/>
        </p:nvSpPr>
        <p:spPr>
          <a:xfrm>
            <a:off x="90538" y="3314340"/>
            <a:ext cx="7711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SHAP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beeswarm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273570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C6E9C-571A-8B57-0F3E-9EC024E3D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形 29">
            <a:extLst>
              <a:ext uri="{FF2B5EF4-FFF2-40B4-BE49-F238E27FC236}">
                <a16:creationId xmlns:a16="http://schemas.microsoft.com/office/drawing/2014/main" id="{E7DD4BA0-03F4-4719-E7EB-279FDCB2CB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225" y="3375025"/>
            <a:ext cx="6991350" cy="3105150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4E2A0BE0-AE12-C515-5E9A-B8B7673A6E3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550" y="86054"/>
            <a:ext cx="7058025" cy="309600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A0B0EDB6-9130-FA4B-A226-7668BD2A97AB}"/>
              </a:ext>
            </a:extLst>
          </p:cNvPr>
          <p:cNvSpPr/>
          <p:nvPr/>
        </p:nvSpPr>
        <p:spPr>
          <a:xfrm>
            <a:off x="90540" y="86055"/>
            <a:ext cx="7588921" cy="3164066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29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8B7030C-DD47-C034-C413-AD0778A51D82}"/>
              </a:ext>
            </a:extLst>
          </p:cNvPr>
          <p:cNvSpPr/>
          <p:nvPr/>
        </p:nvSpPr>
        <p:spPr>
          <a:xfrm>
            <a:off x="7774951" y="86056"/>
            <a:ext cx="4036038" cy="633166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29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650461-6471-54C2-1E41-9285954576A4}"/>
              </a:ext>
            </a:extLst>
          </p:cNvPr>
          <p:cNvSpPr txBox="1"/>
          <p:nvPr/>
        </p:nvSpPr>
        <p:spPr>
          <a:xfrm>
            <a:off x="7774951" y="80932"/>
            <a:ext cx="4013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 masks vs GT masks.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47152307-7B7B-6CC0-A160-7DF33A5F129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580" y="4490648"/>
            <a:ext cx="1800000" cy="15840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E02BA314-B434-7C4D-F5CD-EC069578CF5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580" y="2520573"/>
            <a:ext cx="1800000" cy="15840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489BF211-C874-F5D4-EC83-01B910FB955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617" y="614086"/>
            <a:ext cx="1800000" cy="15840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810B420B-9CC1-760B-3EC1-AAD3274F4E03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036" y="613692"/>
            <a:ext cx="1800000" cy="15840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46621060-8EBE-2E81-80E3-76A839F65609}"/>
              </a:ext>
            </a:extLst>
          </p:cNvPr>
          <p:cNvSpPr txBox="1"/>
          <p:nvPr/>
        </p:nvSpPr>
        <p:spPr>
          <a:xfrm>
            <a:off x="7936395" y="2096840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8895E1B-3285-86B1-81E5-B03779495561}"/>
              </a:ext>
            </a:extLst>
          </p:cNvPr>
          <p:cNvSpPr txBox="1"/>
          <p:nvPr/>
        </p:nvSpPr>
        <p:spPr>
          <a:xfrm>
            <a:off x="9925077" y="2096252"/>
            <a:ext cx="18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 Mask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04B5826-77AD-0E28-E658-BB88FBACB9B8}"/>
              </a:ext>
            </a:extLst>
          </p:cNvPr>
          <p:cNvSpPr txBox="1"/>
          <p:nvPr/>
        </p:nvSpPr>
        <p:spPr>
          <a:xfrm>
            <a:off x="7949616" y="4021545"/>
            <a:ext cx="1801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TransUnet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2864878-BF39-55AA-0B68-A12F1BB943F2}"/>
              </a:ext>
            </a:extLst>
          </p:cNvPr>
          <p:cNvSpPr txBox="1"/>
          <p:nvPr/>
        </p:nvSpPr>
        <p:spPr>
          <a:xfrm>
            <a:off x="9877173" y="4022892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UltraFedFM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5B49935C-AA90-722C-BC9B-3E96A3E128F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2" t="3793" r="20364" b="5374"/>
          <a:stretch>
            <a:fillRect/>
          </a:stretch>
        </p:blipFill>
        <p:spPr>
          <a:xfrm>
            <a:off x="9935180" y="4490892"/>
            <a:ext cx="1800000" cy="158400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96347B1F-41AA-E1C6-1E1C-422299408D23}"/>
              </a:ext>
            </a:extLst>
          </p:cNvPr>
          <p:cNvSpPr txBox="1"/>
          <p:nvPr/>
        </p:nvSpPr>
        <p:spPr>
          <a:xfrm>
            <a:off x="9911574" y="6010092"/>
            <a:ext cx="176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2A111A-B136-AF43-AD3E-547F2E5DD7F4}"/>
              </a:ext>
            </a:extLst>
          </p:cNvPr>
          <p:cNvSpPr txBox="1"/>
          <p:nvPr/>
        </p:nvSpPr>
        <p:spPr>
          <a:xfrm>
            <a:off x="7787660" y="6010578"/>
            <a:ext cx="210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ThyroidAgent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E2039DA6-9F3D-AF28-BBAF-DFF41F768F9C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180" y="2520573"/>
            <a:ext cx="1800000" cy="15840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6DED6E49-C3CC-9A2F-908C-40F354DB9C51}"/>
              </a:ext>
            </a:extLst>
          </p:cNvPr>
          <p:cNvSpPr txBox="1"/>
          <p:nvPr/>
        </p:nvSpPr>
        <p:spPr>
          <a:xfrm>
            <a:off x="90538" y="2818798"/>
            <a:ext cx="567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SHAP  waterfall (classification)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D104DD0-1394-9122-A2C9-36C3493F1510}"/>
              </a:ext>
            </a:extLst>
          </p:cNvPr>
          <p:cNvSpPr/>
          <p:nvPr/>
        </p:nvSpPr>
        <p:spPr>
          <a:xfrm>
            <a:off x="90539" y="3312573"/>
            <a:ext cx="7580655" cy="3105150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29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C5CC02D-6F08-AF90-1B05-B35EE0101D4D}"/>
              </a:ext>
            </a:extLst>
          </p:cNvPr>
          <p:cNvSpPr txBox="1"/>
          <p:nvPr/>
        </p:nvSpPr>
        <p:spPr>
          <a:xfrm>
            <a:off x="90538" y="3314340"/>
            <a:ext cx="7711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SHAP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beeswarm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380701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</TotalTime>
  <Words>64</Words>
  <Application>Microsoft Macintosh PowerPoint</Application>
  <PresentationFormat>自定义</PresentationFormat>
  <Paragraphs>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小路 绫</dc:creator>
  <cp:lastModifiedBy>T210463</cp:lastModifiedBy>
  <cp:revision>10</cp:revision>
  <dcterms:created xsi:type="dcterms:W3CDTF">2026-02-26T16:37:25Z</dcterms:created>
  <dcterms:modified xsi:type="dcterms:W3CDTF">2026-08-08T04:46:39Z</dcterms:modified>
</cp:coreProperties>
</file>