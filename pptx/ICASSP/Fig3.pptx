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569561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30"/>
  </p:normalViewPr>
  <p:slideViewPr>
    <p:cSldViewPr snapToGrid="0">
      <p:cViewPr varScale="1">
        <p:scale>
          <a:sx n="99" d="100"/>
          <a:sy n="99" d="100"/>
        </p:scale>
        <p:origin x="200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1952" y="589241"/>
            <a:ext cx="1177171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1952" y="1891070"/>
            <a:ext cx="1177171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0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28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899" y="897613"/>
            <a:ext cx="13537466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899" y="2409468"/>
            <a:ext cx="13537466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08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073" y="958453"/>
            <a:ext cx="6670636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5904" y="958453"/>
            <a:ext cx="6670636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798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118" y="191691"/>
            <a:ext cx="13537466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1119" y="882610"/>
            <a:ext cx="6639979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1119" y="1315164"/>
            <a:ext cx="6639979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5904" y="882610"/>
            <a:ext cx="667268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5904" y="1315164"/>
            <a:ext cx="6672680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327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275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4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119" y="240030"/>
            <a:ext cx="5062243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2680" y="518398"/>
            <a:ext cx="7945904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1119" y="1080135"/>
            <a:ext cx="5062243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22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119" y="240030"/>
            <a:ext cx="5062243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72680" y="518398"/>
            <a:ext cx="7945904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1119" y="1080135"/>
            <a:ext cx="5062243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12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32173" y="191691"/>
            <a:ext cx="3384367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9074" y="191691"/>
            <a:ext cx="9956904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42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9074" y="191691"/>
            <a:ext cx="13537466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074" y="958453"/>
            <a:ext cx="13537466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9073" y="3337084"/>
            <a:ext cx="353151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5B244-4034-4A3C-B767-0A2D7C8BA361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99172" y="3337084"/>
            <a:ext cx="529726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85027" y="3337084"/>
            <a:ext cx="353151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89957-653D-497F-8259-3929FA4E2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06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形 12">
            <a:extLst>
              <a:ext uri="{FF2B5EF4-FFF2-40B4-BE49-F238E27FC236}">
                <a16:creationId xmlns:a16="http://schemas.microsoft.com/office/drawing/2014/main" id="{E20BBE4D-EDF4-A745-EB25-52803896820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3463" y="406800"/>
            <a:ext cx="5772150" cy="3276000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83A15CA2-4E4C-2D43-0EDB-33322D0516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3427" y="650085"/>
            <a:ext cx="4514740" cy="303840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CCD42867-2053-B1AC-F51E-4CAA47381E3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1310" y="406800"/>
            <a:ext cx="5772150" cy="3276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8C4B41E-E306-D4DC-824C-47B4C70B6E93}"/>
              </a:ext>
            </a:extLst>
          </p:cNvPr>
          <p:cNvSpPr txBox="1"/>
          <p:nvPr/>
        </p:nvSpPr>
        <p:spPr>
          <a:xfrm>
            <a:off x="0" y="0"/>
            <a:ext cx="4151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CIs vote consistency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8EBC98-E695-4280-2AB8-CF7A974F1F28}"/>
              </a:ext>
            </a:extLst>
          </p:cNvPr>
          <p:cNvSpPr txBox="1"/>
          <p:nvPr/>
        </p:nvSpPr>
        <p:spPr>
          <a:xfrm>
            <a:off x="4876800" y="0"/>
            <a:ext cx="504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Seg disagreement (Area-CV)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1CE12A-6049-985F-C3F4-778BDD412F7E}"/>
              </a:ext>
            </a:extLst>
          </p:cNvPr>
          <p:cNvSpPr txBox="1"/>
          <p:nvPr/>
        </p:nvSpPr>
        <p:spPr>
          <a:xfrm>
            <a:off x="10648947" y="0"/>
            <a:ext cx="504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Seg Dice vs CIs AUROC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4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BE05-5A07-E917-DC12-20036D91F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形 12">
            <a:extLst>
              <a:ext uri="{FF2B5EF4-FFF2-40B4-BE49-F238E27FC236}">
                <a16:creationId xmlns:a16="http://schemas.microsoft.com/office/drawing/2014/main" id="{EC5CB85C-EF27-8C52-8E54-E650E96B047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238" b="8632"/>
          <a:stretch>
            <a:fillRect/>
          </a:stretch>
        </p:blipFill>
        <p:spPr>
          <a:xfrm>
            <a:off x="10225825" y="378912"/>
            <a:ext cx="5469788" cy="2993223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2DAFB140-9ADA-4F23-12C9-3098F0AAD5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49" t="4036" b="2897"/>
          <a:stretch>
            <a:fillRect/>
          </a:stretch>
        </p:blipFill>
        <p:spPr>
          <a:xfrm>
            <a:off x="0" y="461665"/>
            <a:ext cx="4151313" cy="2827719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AAE399D9-5BCE-BCBC-C949-32351C15B5F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38" b="8632"/>
          <a:stretch>
            <a:fillRect/>
          </a:stretch>
        </p:blipFill>
        <p:spPr>
          <a:xfrm>
            <a:off x="4453670" y="378912"/>
            <a:ext cx="5469789" cy="299322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6DB9C31-DC22-4FFB-C668-01A225039577}"/>
              </a:ext>
            </a:extLst>
          </p:cNvPr>
          <p:cNvSpPr txBox="1"/>
          <p:nvPr/>
        </p:nvSpPr>
        <p:spPr>
          <a:xfrm>
            <a:off x="0" y="0"/>
            <a:ext cx="4151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CIs vote consistency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BC03412-E24A-1FAF-56A5-64639E48269D}"/>
              </a:ext>
            </a:extLst>
          </p:cNvPr>
          <p:cNvSpPr txBox="1"/>
          <p:nvPr/>
        </p:nvSpPr>
        <p:spPr>
          <a:xfrm>
            <a:off x="4876800" y="0"/>
            <a:ext cx="504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Seg disagreement (Area-CV)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2003B66-5A6D-8CF3-05E7-46D3327766ED}"/>
              </a:ext>
            </a:extLst>
          </p:cNvPr>
          <p:cNvSpPr txBox="1"/>
          <p:nvPr/>
        </p:nvSpPr>
        <p:spPr>
          <a:xfrm>
            <a:off x="10648947" y="0"/>
            <a:ext cx="504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Seg Dice vs CIs AUROC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2D2C98-EF4D-4AA5-485A-366ED5DE219A}"/>
              </a:ext>
            </a:extLst>
          </p:cNvPr>
          <p:cNvSpPr txBox="1"/>
          <p:nvPr/>
        </p:nvSpPr>
        <p:spPr>
          <a:xfrm>
            <a:off x="6260349" y="3276505"/>
            <a:ext cx="2279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Disaggrement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37ED74-0506-0371-4E66-3A2B8A474FAB}"/>
              </a:ext>
            </a:extLst>
          </p:cNvPr>
          <p:cNvSpPr txBox="1"/>
          <p:nvPr/>
        </p:nvSpPr>
        <p:spPr>
          <a:xfrm>
            <a:off x="11148891" y="3276505"/>
            <a:ext cx="404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bins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9AAD4B-311C-CBAC-0BD9-E925B27ADB20}"/>
              </a:ext>
            </a:extLst>
          </p:cNvPr>
          <p:cNvSpPr txBox="1"/>
          <p:nvPr/>
        </p:nvSpPr>
        <p:spPr>
          <a:xfrm rot="16200000">
            <a:off x="9415927" y="1615558"/>
            <a:ext cx="138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AUROC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1DEA7F-6244-DDD4-F568-1B128531458B}"/>
              </a:ext>
            </a:extLst>
          </p:cNvPr>
          <p:cNvSpPr txBox="1"/>
          <p:nvPr/>
        </p:nvSpPr>
        <p:spPr>
          <a:xfrm rot="16200000">
            <a:off x="3643775" y="1615558"/>
            <a:ext cx="138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740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52</Words>
  <Application>Microsoft Macintosh PowerPoint</Application>
  <PresentationFormat>自定义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小路 绫</dc:creator>
  <cp:lastModifiedBy>T210463</cp:lastModifiedBy>
  <cp:revision>6</cp:revision>
  <dcterms:created xsi:type="dcterms:W3CDTF">2026-02-27T04:19:19Z</dcterms:created>
  <dcterms:modified xsi:type="dcterms:W3CDTF">2026-08-08T03:42:45Z</dcterms:modified>
</cp:coreProperties>
</file>