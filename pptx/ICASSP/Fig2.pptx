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4"/>
  </p:notesMasterIdLst>
  <p:sldIdLst>
    <p:sldId id="256" r:id="rId2"/>
    <p:sldId id="257" r:id="rId3"/>
  </p:sldIdLst>
  <p:sldSz cx="17459325" cy="611981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8" autoAdjust="0"/>
    <p:restoredTop sz="94682"/>
  </p:normalViewPr>
  <p:slideViewPr>
    <p:cSldViewPr snapToGrid="0">
      <p:cViewPr>
        <p:scale>
          <a:sx n="70" d="100"/>
          <a:sy n="70" d="100"/>
        </p:scale>
        <p:origin x="24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851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625" y="1"/>
            <a:ext cx="3078851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BCE71-9A25-4733-8025-9C13317C1EF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374775" y="1279525"/>
            <a:ext cx="98536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772" y="4926014"/>
            <a:ext cx="5684521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851"/>
            <a:ext cx="3078851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625" y="9721851"/>
            <a:ext cx="3078851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4A043-23B0-42BF-B615-F216325A1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563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374775" y="1279525"/>
            <a:ext cx="9853613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4A043-23B0-42BF-B615-F216325A131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536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E3535-31E3-D1D8-B3AC-8565AFDE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E2376E-E9BA-0301-F5BE-D2EA16D8D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374775" y="1279525"/>
            <a:ext cx="985361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FF93F3-9F1B-F12A-48D9-1F7DD57AE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6C0719-B312-00FE-62BC-2B38C16D2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4A043-23B0-42BF-B615-F216325A131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35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2416" y="1001553"/>
            <a:ext cx="13094494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82416" y="3214319"/>
            <a:ext cx="13094494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620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465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235" y="1525704"/>
            <a:ext cx="15058668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235" y="4095459"/>
            <a:ext cx="15058668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04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0329" y="1629117"/>
            <a:ext cx="7420213" cy="3882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38783" y="1629117"/>
            <a:ext cx="7420213" cy="3882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48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603" y="325824"/>
            <a:ext cx="15058668" cy="1182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603" y="1500205"/>
            <a:ext cx="7386112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2603" y="2235432"/>
            <a:ext cx="7386112" cy="3287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38783" y="1500205"/>
            <a:ext cx="742248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38783" y="2235432"/>
            <a:ext cx="7422487" cy="3287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32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00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19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604" y="407988"/>
            <a:ext cx="5631086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2487" y="881140"/>
            <a:ext cx="8838783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2604" y="1835944"/>
            <a:ext cx="5631086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87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604" y="407988"/>
            <a:ext cx="5631086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2487" y="881140"/>
            <a:ext cx="8838783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2604" y="1835944"/>
            <a:ext cx="5631086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67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874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94329" y="325823"/>
            <a:ext cx="3764667" cy="518625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00329" y="325823"/>
            <a:ext cx="11075759" cy="518625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920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329" y="325824"/>
            <a:ext cx="15058668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0329" y="1629117"/>
            <a:ext cx="15058668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0329" y="5672161"/>
            <a:ext cx="392834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C0FF7-B9B8-43E4-993D-F1AA1E50691B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83402" y="5672161"/>
            <a:ext cx="5892522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330648" y="5672161"/>
            <a:ext cx="392834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E0E9D-95A3-47F0-A82B-97AFB42D7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95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svg"/><Relationship Id="rId5" Type="http://schemas.openxmlformats.org/officeDocument/2006/relationships/image" Target="../media/image3.jp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3.svg"/><Relationship Id="rId18" Type="http://schemas.openxmlformats.org/officeDocument/2006/relationships/image" Target="../media/image18.svg"/><Relationship Id="rId3" Type="http://schemas.openxmlformats.org/officeDocument/2006/relationships/image" Target="../media/image1.svg"/><Relationship Id="rId21" Type="http://schemas.openxmlformats.org/officeDocument/2006/relationships/image" Target="../media/image20.png"/><Relationship Id="rId7" Type="http://schemas.openxmlformats.org/officeDocument/2006/relationships/image" Target="../media/image5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11.svg"/><Relationship Id="rId5" Type="http://schemas.openxmlformats.org/officeDocument/2006/relationships/image" Target="../media/image3.jpg"/><Relationship Id="rId15" Type="http://schemas.openxmlformats.org/officeDocument/2006/relationships/image" Target="../media/image15.svg"/><Relationship Id="rId10" Type="http://schemas.openxmlformats.org/officeDocument/2006/relationships/image" Target="../media/image10.svg"/><Relationship Id="rId19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4.svg"/><Relationship Id="rId22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圆柱体 349">
            <a:extLst>
              <a:ext uri="{FF2B5EF4-FFF2-40B4-BE49-F238E27FC236}">
                <a16:creationId xmlns:a16="http://schemas.microsoft.com/office/drawing/2014/main" id="{C2C0C37A-A234-C3E4-1201-D3FDE7EDB33C}"/>
              </a:ext>
            </a:extLst>
          </p:cNvPr>
          <p:cNvSpPr/>
          <p:nvPr/>
        </p:nvSpPr>
        <p:spPr>
          <a:xfrm>
            <a:off x="11074283" y="693162"/>
            <a:ext cx="1882103" cy="2088000"/>
          </a:xfrm>
          <a:prstGeom prst="can">
            <a:avLst>
              <a:gd name="adj" fmla="val 13529"/>
            </a:avLst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 Zoo</a:t>
            </a:r>
          </a:p>
          <a:p>
            <a:pPr algn="ctr"/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6FAD1D6F-8C89-CBFA-A364-B4F8B3BA07BE}"/>
              </a:ext>
            </a:extLst>
          </p:cNvPr>
          <p:cNvCxnSpPr>
            <a:cxnSpLocks/>
            <a:stCxn id="359" idx="4"/>
            <a:endCxn id="362" idx="1"/>
          </p:cNvCxnSpPr>
          <p:nvPr/>
        </p:nvCxnSpPr>
        <p:spPr>
          <a:xfrm>
            <a:off x="2419133" y="1726969"/>
            <a:ext cx="630157" cy="1217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平行四边形 351">
            <a:extLst>
              <a:ext uri="{FF2B5EF4-FFF2-40B4-BE49-F238E27FC236}">
                <a16:creationId xmlns:a16="http://schemas.microsoft.com/office/drawing/2014/main" id="{4794A952-450D-A68C-FCC3-A00AA55E2EE9}"/>
              </a:ext>
            </a:extLst>
          </p:cNvPr>
          <p:cNvSpPr/>
          <p:nvPr/>
        </p:nvSpPr>
        <p:spPr>
          <a:xfrm>
            <a:off x="6865750" y="4921588"/>
            <a:ext cx="2579629" cy="946684"/>
          </a:xfrm>
          <a:prstGeom prst="parallelogram">
            <a:avLst/>
          </a:prstGeom>
          <a:solidFill>
            <a:schemeClr val="accent4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</a:t>
            </a:r>
          </a:p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Prompt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3" name="流程图: 文档 352">
            <a:extLst>
              <a:ext uri="{FF2B5EF4-FFF2-40B4-BE49-F238E27FC236}">
                <a16:creationId xmlns:a16="http://schemas.microsoft.com/office/drawing/2014/main" id="{402BC5A9-07BF-E27E-CFD3-F8ECFF402408}"/>
              </a:ext>
            </a:extLst>
          </p:cNvPr>
          <p:cNvSpPr/>
          <p:nvPr/>
        </p:nvSpPr>
        <p:spPr>
          <a:xfrm>
            <a:off x="14895336" y="3037900"/>
            <a:ext cx="2173514" cy="1440000"/>
          </a:xfrm>
          <a:prstGeom prst="flowChartDocumen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Mask/Label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8288A488-2D00-F081-79E0-5F62F609C8E8}"/>
              </a:ext>
            </a:extLst>
          </p:cNvPr>
          <p:cNvCxnSpPr>
            <a:cxnSpLocks/>
            <a:stCxn id="374" idx="1"/>
            <a:endCxn id="371" idx="2"/>
          </p:cNvCxnSpPr>
          <p:nvPr/>
        </p:nvCxnSpPr>
        <p:spPr>
          <a:xfrm flipV="1">
            <a:off x="4572384" y="4478780"/>
            <a:ext cx="0" cy="47898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箭头连接符 354">
            <a:extLst>
              <a:ext uri="{FF2B5EF4-FFF2-40B4-BE49-F238E27FC236}">
                <a16:creationId xmlns:a16="http://schemas.microsoft.com/office/drawing/2014/main" id="{3F01CEB6-F77C-FCC8-DFB3-B5F4F2A18991}"/>
              </a:ext>
            </a:extLst>
          </p:cNvPr>
          <p:cNvCxnSpPr>
            <a:cxnSpLocks/>
            <a:stCxn id="375" idx="3"/>
            <a:endCxn id="376" idx="1"/>
          </p:cNvCxnSpPr>
          <p:nvPr/>
        </p:nvCxnSpPr>
        <p:spPr>
          <a:xfrm flipV="1">
            <a:off x="9138960" y="3757900"/>
            <a:ext cx="463427" cy="88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接箭头连接符 355">
            <a:extLst>
              <a:ext uri="{FF2B5EF4-FFF2-40B4-BE49-F238E27FC236}">
                <a16:creationId xmlns:a16="http://schemas.microsoft.com/office/drawing/2014/main" id="{84327571-E9E8-9183-55C0-EE39FEF71D48}"/>
              </a:ext>
            </a:extLst>
          </p:cNvPr>
          <p:cNvCxnSpPr>
            <a:cxnSpLocks/>
            <a:stCxn id="376" idx="3"/>
            <a:endCxn id="378" idx="1"/>
          </p:cNvCxnSpPr>
          <p:nvPr/>
        </p:nvCxnSpPr>
        <p:spPr>
          <a:xfrm>
            <a:off x="12122387" y="3757900"/>
            <a:ext cx="4271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接箭头连接符 356">
            <a:extLst>
              <a:ext uri="{FF2B5EF4-FFF2-40B4-BE49-F238E27FC236}">
                <a16:creationId xmlns:a16="http://schemas.microsoft.com/office/drawing/2014/main" id="{60989AAF-083C-7B50-4786-615F7DDDDD22}"/>
              </a:ext>
            </a:extLst>
          </p:cNvPr>
          <p:cNvCxnSpPr>
            <a:cxnSpLocks/>
            <a:stCxn id="378" idx="3"/>
            <a:endCxn id="353" idx="1"/>
          </p:cNvCxnSpPr>
          <p:nvPr/>
        </p:nvCxnSpPr>
        <p:spPr>
          <a:xfrm>
            <a:off x="14521725" y="3757900"/>
            <a:ext cx="37361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连接符: 肘形 357">
            <a:extLst>
              <a:ext uri="{FF2B5EF4-FFF2-40B4-BE49-F238E27FC236}">
                <a16:creationId xmlns:a16="http://schemas.microsoft.com/office/drawing/2014/main" id="{486BC72E-A239-EFCB-D4D0-58B7850AE271}"/>
              </a:ext>
            </a:extLst>
          </p:cNvPr>
          <p:cNvCxnSpPr>
            <a:cxnSpLocks/>
            <a:stCxn id="353" idx="2"/>
            <a:endCxn id="379" idx="3"/>
          </p:cNvCxnSpPr>
          <p:nvPr/>
        </p:nvCxnSpPr>
        <p:spPr>
          <a:xfrm rot="5400000">
            <a:off x="15210290" y="4622439"/>
            <a:ext cx="1011543" cy="532064"/>
          </a:xfrm>
          <a:prstGeom prst="bent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圆柱体 358">
            <a:extLst>
              <a:ext uri="{FF2B5EF4-FFF2-40B4-BE49-F238E27FC236}">
                <a16:creationId xmlns:a16="http://schemas.microsoft.com/office/drawing/2014/main" id="{E89778B7-50BC-CAD4-63FA-2303382B49B8}"/>
              </a:ext>
            </a:extLst>
          </p:cNvPr>
          <p:cNvSpPr/>
          <p:nvPr/>
        </p:nvSpPr>
        <p:spPr>
          <a:xfrm>
            <a:off x="259133" y="790969"/>
            <a:ext cx="2160000" cy="1872000"/>
          </a:xfrm>
          <a:prstGeom prst="can">
            <a:avLst>
              <a:gd name="adj" fmla="val 17627"/>
            </a:avLst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Public Datasets</a:t>
            </a:r>
          </a:p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(TN3K, DDTI, </a:t>
            </a:r>
            <a:r>
              <a:rPr lang="en-US" altLang="zh-C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ThyroidXL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…)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0" name="图形 359" descr="数据库">
            <a:extLst>
              <a:ext uri="{FF2B5EF4-FFF2-40B4-BE49-F238E27FC236}">
                <a16:creationId xmlns:a16="http://schemas.microsoft.com/office/drawing/2014/main" id="{16F1B254-8B21-1CE2-0A69-D840E793E8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925" y="2014276"/>
            <a:ext cx="914400" cy="914400"/>
          </a:xfrm>
          <a:prstGeom prst="rect">
            <a:avLst/>
          </a:prstGeom>
        </p:spPr>
      </p:pic>
      <p:pic>
        <p:nvPicPr>
          <p:cNvPr id="361" name="图形 360" descr="数据库">
            <a:extLst>
              <a:ext uri="{FF2B5EF4-FFF2-40B4-BE49-F238E27FC236}">
                <a16:creationId xmlns:a16="http://schemas.microsoft.com/office/drawing/2014/main" id="{E405D11E-0F5A-B109-17D7-B76FDF60C2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4879" y="2262570"/>
            <a:ext cx="636094" cy="636094"/>
          </a:xfrm>
          <a:prstGeom prst="rect">
            <a:avLst/>
          </a:prstGeom>
        </p:spPr>
      </p:pic>
      <p:sp>
        <p:nvSpPr>
          <p:cNvPr id="362" name="矩形: 圆角 361">
            <a:extLst>
              <a:ext uri="{FF2B5EF4-FFF2-40B4-BE49-F238E27FC236}">
                <a16:creationId xmlns:a16="http://schemas.microsoft.com/office/drawing/2014/main" id="{DB0948F8-855D-1F30-BD7D-E400027CF152}"/>
              </a:ext>
            </a:extLst>
          </p:cNvPr>
          <p:cNvSpPr/>
          <p:nvPr/>
        </p:nvSpPr>
        <p:spPr>
          <a:xfrm>
            <a:off x="3049290" y="803144"/>
            <a:ext cx="3345791" cy="1872000"/>
          </a:xfrm>
          <a:prstGeom prst="roundRect">
            <a:avLst>
              <a:gd name="adj" fmla="val 9777"/>
            </a:avLst>
          </a:prstGeom>
          <a:solidFill>
            <a:schemeClr val="accent2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Stacked Dataset Builder</a:t>
            </a:r>
          </a:p>
          <a:p>
            <a:pPr marL="342899" indent="-342899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division</a:t>
            </a:r>
          </a:p>
          <a:p>
            <a:pPr marL="342899" indent="-342899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harmonization</a:t>
            </a:r>
          </a:p>
        </p:txBody>
      </p:sp>
      <p:cxnSp>
        <p:nvCxnSpPr>
          <p:cNvPr id="363" name="直接箭头连接符 362">
            <a:extLst>
              <a:ext uri="{FF2B5EF4-FFF2-40B4-BE49-F238E27FC236}">
                <a16:creationId xmlns:a16="http://schemas.microsoft.com/office/drawing/2014/main" id="{FBD83C7F-1C0F-CA58-5293-3B9700B3B13A}"/>
              </a:ext>
            </a:extLst>
          </p:cNvPr>
          <p:cNvCxnSpPr>
            <a:cxnSpLocks/>
            <a:stCxn id="362" idx="3"/>
            <a:endCxn id="364" idx="1"/>
          </p:cNvCxnSpPr>
          <p:nvPr/>
        </p:nvCxnSpPr>
        <p:spPr>
          <a:xfrm flipV="1">
            <a:off x="6395081" y="1737162"/>
            <a:ext cx="457388" cy="198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矩形: 圆角 363">
            <a:extLst>
              <a:ext uri="{FF2B5EF4-FFF2-40B4-BE49-F238E27FC236}">
                <a16:creationId xmlns:a16="http://schemas.microsoft.com/office/drawing/2014/main" id="{9968D287-8CE5-FAB8-08C9-AC6CA0350EAF}"/>
              </a:ext>
            </a:extLst>
          </p:cNvPr>
          <p:cNvSpPr/>
          <p:nvPr/>
        </p:nvSpPr>
        <p:spPr>
          <a:xfrm>
            <a:off x="6852469" y="801162"/>
            <a:ext cx="3754385" cy="1872000"/>
          </a:xfrm>
          <a:prstGeom prst="roundRect">
            <a:avLst>
              <a:gd name="adj" fmla="val 9777"/>
            </a:avLst>
          </a:prstGeom>
          <a:solidFill>
            <a:schemeClr val="accent6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Seg/</a:t>
            </a:r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</a:t>
            </a:r>
          </a:p>
          <a:p>
            <a:pPr marL="342899" indent="-342899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DINOV3-Unet</a:t>
            </a:r>
          </a:p>
          <a:p>
            <a:pPr marL="342899" indent="-342899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GAP+GMP → Attention</a:t>
            </a:r>
          </a:p>
        </p:txBody>
      </p:sp>
      <p:cxnSp>
        <p:nvCxnSpPr>
          <p:cNvPr id="365" name="直接箭头连接符 364">
            <a:extLst>
              <a:ext uri="{FF2B5EF4-FFF2-40B4-BE49-F238E27FC236}">
                <a16:creationId xmlns:a16="http://schemas.microsoft.com/office/drawing/2014/main" id="{CD9A8F62-83D4-8918-B209-427E053FD70C}"/>
              </a:ext>
            </a:extLst>
          </p:cNvPr>
          <p:cNvCxnSpPr>
            <a:cxnSpLocks/>
            <a:stCxn id="364" idx="3"/>
            <a:endCxn id="350" idx="2"/>
          </p:cNvCxnSpPr>
          <p:nvPr/>
        </p:nvCxnSpPr>
        <p:spPr>
          <a:xfrm>
            <a:off x="10606854" y="1737162"/>
            <a:ext cx="4674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直接箭头连接符 365">
            <a:extLst>
              <a:ext uri="{FF2B5EF4-FFF2-40B4-BE49-F238E27FC236}">
                <a16:creationId xmlns:a16="http://schemas.microsoft.com/office/drawing/2014/main" id="{BE3014E2-5F1C-DB57-6275-088D404C2311}"/>
              </a:ext>
            </a:extLst>
          </p:cNvPr>
          <p:cNvCxnSpPr>
            <a:cxnSpLocks/>
            <a:stCxn id="350" idx="4"/>
            <a:endCxn id="367" idx="1"/>
          </p:cNvCxnSpPr>
          <p:nvPr/>
        </p:nvCxnSpPr>
        <p:spPr>
          <a:xfrm flipV="1">
            <a:off x="12956386" y="1736436"/>
            <a:ext cx="467429" cy="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矩形: 圆角 366">
            <a:extLst>
              <a:ext uri="{FF2B5EF4-FFF2-40B4-BE49-F238E27FC236}">
                <a16:creationId xmlns:a16="http://schemas.microsoft.com/office/drawing/2014/main" id="{7C913026-00C2-83C0-DEFF-976BF788706C}"/>
              </a:ext>
            </a:extLst>
          </p:cNvPr>
          <p:cNvSpPr/>
          <p:nvPr/>
        </p:nvSpPr>
        <p:spPr>
          <a:xfrm>
            <a:off x="13423815" y="800436"/>
            <a:ext cx="3660810" cy="1872000"/>
          </a:xfrm>
          <a:prstGeom prst="roundRect">
            <a:avLst>
              <a:gd name="adj" fmla="val 977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 Registry</a:t>
            </a:r>
          </a:p>
          <a:p>
            <a:pPr marL="342899" indent="-342899">
              <a:buFont typeface="Wingdings" panose="05000000000000000000" pitchFamily="2" charset="2"/>
              <a:buChar char="ü"/>
            </a:pP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priors</a:t>
            </a:r>
          </a:p>
          <a:p>
            <a:pPr marL="342899" indent="-342899">
              <a:buFont typeface="Wingdings" panose="05000000000000000000" pitchFamily="2" charset="2"/>
              <a:buChar char="ü"/>
            </a:pP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IDs + configs</a:t>
            </a:r>
          </a:p>
          <a:p>
            <a:pPr marL="342899" indent="-342899">
              <a:buFont typeface="Wingdings" panose="05000000000000000000" pitchFamily="2" charset="2"/>
              <a:buChar char="ü"/>
            </a:pP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Frozen checkpoints</a:t>
            </a:r>
          </a:p>
        </p:txBody>
      </p:sp>
      <p:pic>
        <p:nvPicPr>
          <p:cNvPr id="368" name="图片 367">
            <a:extLst>
              <a:ext uri="{FF2B5EF4-FFF2-40B4-BE49-F238E27FC236}">
                <a16:creationId xmlns:a16="http://schemas.microsoft.com/office/drawing/2014/main" id="{D3784FB5-0A90-AD7E-D314-51BB784FAD1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54" y="3098805"/>
            <a:ext cx="1368000" cy="1296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369" name="文本框 368">
            <a:extLst>
              <a:ext uri="{FF2B5EF4-FFF2-40B4-BE49-F238E27FC236}">
                <a16:creationId xmlns:a16="http://schemas.microsoft.com/office/drawing/2014/main" id="{C588267F-CDD9-11BB-DE95-2F4AB3795FFB}"/>
              </a:ext>
            </a:extLst>
          </p:cNvPr>
          <p:cNvSpPr txBox="1"/>
          <p:nvPr/>
        </p:nvSpPr>
        <p:spPr>
          <a:xfrm>
            <a:off x="120609" y="4382699"/>
            <a:ext cx="19057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Ultrasound </a:t>
            </a:r>
          </a:p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9F6D5AE5-C621-B7AA-6937-3B15B022DE52}"/>
              </a:ext>
            </a:extLst>
          </p:cNvPr>
          <p:cNvCxnSpPr>
            <a:cxnSpLocks/>
            <a:stCxn id="371" idx="3"/>
            <a:endCxn id="375" idx="1"/>
          </p:cNvCxnSpPr>
          <p:nvPr/>
        </p:nvCxnSpPr>
        <p:spPr>
          <a:xfrm>
            <a:off x="5598384" y="3758780"/>
            <a:ext cx="5525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矩形: 圆角 370">
            <a:extLst>
              <a:ext uri="{FF2B5EF4-FFF2-40B4-BE49-F238E27FC236}">
                <a16:creationId xmlns:a16="http://schemas.microsoft.com/office/drawing/2014/main" id="{AF1AF80B-7DB2-38EA-D3BF-DC4C6A3D858B}"/>
              </a:ext>
            </a:extLst>
          </p:cNvPr>
          <p:cNvSpPr/>
          <p:nvPr/>
        </p:nvSpPr>
        <p:spPr>
          <a:xfrm>
            <a:off x="3546384" y="3038780"/>
            <a:ext cx="2052000" cy="1440000"/>
          </a:xfrm>
          <a:prstGeom prst="roundRect">
            <a:avLst>
              <a:gd name="adj" fmla="val 9777"/>
            </a:avLst>
          </a:prstGeom>
          <a:solidFill>
            <a:schemeClr val="accent2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 inference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752430F7-3390-B8E5-47F8-24F2A6E15E3C}"/>
              </a:ext>
            </a:extLst>
          </p:cNvPr>
          <p:cNvCxnSpPr>
            <a:cxnSpLocks/>
            <a:stCxn id="368" idx="3"/>
            <a:endCxn id="371" idx="1"/>
          </p:cNvCxnSpPr>
          <p:nvPr/>
        </p:nvCxnSpPr>
        <p:spPr>
          <a:xfrm>
            <a:off x="1701554" y="3746805"/>
            <a:ext cx="1844830" cy="11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矩形: 圆角 372">
            <a:extLst>
              <a:ext uri="{FF2B5EF4-FFF2-40B4-BE49-F238E27FC236}">
                <a16:creationId xmlns:a16="http://schemas.microsoft.com/office/drawing/2014/main" id="{BFABE08F-C28F-B457-C11B-B83F7028B0C9}"/>
              </a:ext>
            </a:extLst>
          </p:cNvPr>
          <p:cNvSpPr/>
          <p:nvPr/>
        </p:nvSpPr>
        <p:spPr>
          <a:xfrm>
            <a:off x="1796185" y="3195448"/>
            <a:ext cx="1522564" cy="448241"/>
          </a:xfrm>
          <a:prstGeom prst="roundRect">
            <a:avLst>
              <a:gd name="adj" fmla="val 35467"/>
            </a:avLst>
          </a:prstGeom>
          <a:solidFill>
            <a:schemeClr val="accent6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4" name="圆柱体 373">
            <a:extLst>
              <a:ext uri="{FF2B5EF4-FFF2-40B4-BE49-F238E27FC236}">
                <a16:creationId xmlns:a16="http://schemas.microsoft.com/office/drawing/2014/main" id="{44DF4A6A-768E-5B70-F8F9-44F943D707CD}"/>
              </a:ext>
            </a:extLst>
          </p:cNvPr>
          <p:cNvSpPr/>
          <p:nvPr/>
        </p:nvSpPr>
        <p:spPr>
          <a:xfrm>
            <a:off x="3528384" y="4957760"/>
            <a:ext cx="2088000" cy="872965"/>
          </a:xfrm>
          <a:prstGeom prst="can">
            <a:avLst>
              <a:gd name="adj" fmla="val 29241"/>
            </a:avLst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 Zoo</a:t>
            </a:r>
          </a:p>
        </p:txBody>
      </p:sp>
      <p:sp>
        <p:nvSpPr>
          <p:cNvPr id="375" name="矩形: 圆角 374">
            <a:extLst>
              <a:ext uri="{FF2B5EF4-FFF2-40B4-BE49-F238E27FC236}">
                <a16:creationId xmlns:a16="http://schemas.microsoft.com/office/drawing/2014/main" id="{0588B3D0-3E04-F703-83D1-A9C0A5CE347F}"/>
              </a:ext>
            </a:extLst>
          </p:cNvPr>
          <p:cNvSpPr/>
          <p:nvPr/>
        </p:nvSpPr>
        <p:spPr>
          <a:xfrm>
            <a:off x="6150960" y="3038780"/>
            <a:ext cx="2988000" cy="1440000"/>
          </a:xfrm>
          <a:prstGeom prst="roundRect">
            <a:avLst>
              <a:gd name="adj" fmla="val 9777"/>
            </a:avLst>
          </a:prstGeom>
          <a:solidFill>
            <a:schemeClr val="accent4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Seg/</a:t>
            </a:r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Evidence</a:t>
            </a:r>
          </a:p>
          <a:p>
            <a:pPr marL="342899" indent="-342899">
              <a:buSzPct val="15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</a:p>
          <a:p>
            <a:pPr marL="342899" indent="-342899">
              <a:buSzPct val="15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Agreement score</a:t>
            </a:r>
          </a:p>
        </p:txBody>
      </p:sp>
      <p:sp>
        <p:nvSpPr>
          <p:cNvPr id="376" name="矩形: 圆角 375">
            <a:extLst>
              <a:ext uri="{FF2B5EF4-FFF2-40B4-BE49-F238E27FC236}">
                <a16:creationId xmlns:a16="http://schemas.microsoft.com/office/drawing/2014/main" id="{3CAA7E02-3723-E66F-D268-7D404AAB2E60}"/>
              </a:ext>
            </a:extLst>
          </p:cNvPr>
          <p:cNvSpPr/>
          <p:nvPr/>
        </p:nvSpPr>
        <p:spPr>
          <a:xfrm>
            <a:off x="9602387" y="3037900"/>
            <a:ext cx="2520000" cy="1440000"/>
          </a:xfrm>
          <a:prstGeom prst="roundRect">
            <a:avLst>
              <a:gd name="adj" fmla="val 9777"/>
            </a:avLst>
          </a:prstGeom>
          <a:solidFill>
            <a:schemeClr val="accent6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ThyroidAgent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 JSON decision</a:t>
            </a:r>
          </a:p>
        </p:txBody>
      </p:sp>
      <p:cxnSp>
        <p:nvCxnSpPr>
          <p:cNvPr id="377" name="连接符: 肘形 376">
            <a:extLst>
              <a:ext uri="{FF2B5EF4-FFF2-40B4-BE49-F238E27FC236}">
                <a16:creationId xmlns:a16="http://schemas.microsoft.com/office/drawing/2014/main" id="{50B0D12F-5CB3-DD0D-3478-CFC87721F686}"/>
              </a:ext>
            </a:extLst>
          </p:cNvPr>
          <p:cNvCxnSpPr>
            <a:cxnSpLocks/>
            <a:stCxn id="379" idx="1"/>
            <a:endCxn id="376" idx="2"/>
          </p:cNvCxnSpPr>
          <p:nvPr/>
        </p:nvCxnSpPr>
        <p:spPr>
          <a:xfrm rot="10800000">
            <a:off x="10862388" y="4477901"/>
            <a:ext cx="1342599" cy="916343"/>
          </a:xfrm>
          <a:prstGeom prst="bent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矩形: 圆角 377">
            <a:extLst>
              <a:ext uri="{FF2B5EF4-FFF2-40B4-BE49-F238E27FC236}">
                <a16:creationId xmlns:a16="http://schemas.microsoft.com/office/drawing/2014/main" id="{CF282C2B-B0F1-DDA8-D503-84EAC9E3094A}"/>
              </a:ext>
            </a:extLst>
          </p:cNvPr>
          <p:cNvSpPr/>
          <p:nvPr/>
        </p:nvSpPr>
        <p:spPr>
          <a:xfrm>
            <a:off x="12549519" y="3037900"/>
            <a:ext cx="1972206" cy="1440000"/>
          </a:xfrm>
          <a:prstGeom prst="roundRect">
            <a:avLst>
              <a:gd name="adj" fmla="val 9777"/>
            </a:avLst>
          </a:prstGeom>
          <a:solidFill>
            <a:schemeClr val="accent2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</a:t>
            </a:r>
          </a:p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Select</a:t>
            </a:r>
          </a:p>
        </p:txBody>
      </p:sp>
      <p:sp>
        <p:nvSpPr>
          <p:cNvPr id="379" name="矩形: 圆角 378">
            <a:extLst>
              <a:ext uri="{FF2B5EF4-FFF2-40B4-BE49-F238E27FC236}">
                <a16:creationId xmlns:a16="http://schemas.microsoft.com/office/drawing/2014/main" id="{E0C84CB4-B20C-065C-D7DE-C92678395669}"/>
              </a:ext>
            </a:extLst>
          </p:cNvPr>
          <p:cNvSpPr/>
          <p:nvPr/>
        </p:nvSpPr>
        <p:spPr>
          <a:xfrm>
            <a:off x="12204986" y="4920901"/>
            <a:ext cx="3245043" cy="946684"/>
          </a:xfrm>
          <a:prstGeom prst="roundRect">
            <a:avLst>
              <a:gd name="adj" fmla="val 9777"/>
            </a:avLst>
          </a:prstGeom>
          <a:solidFill>
            <a:schemeClr val="accent2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Radiomics </a:t>
            </a:r>
          </a:p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pic>
        <p:nvPicPr>
          <p:cNvPr id="380" name="图片 379">
            <a:extLst>
              <a:ext uri="{FF2B5EF4-FFF2-40B4-BE49-F238E27FC236}">
                <a16:creationId xmlns:a16="http://schemas.microsoft.com/office/drawing/2014/main" id="{179D9F73-5E1C-724C-95A5-5EDCF5499D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4403" y="4022035"/>
            <a:ext cx="546598" cy="532946"/>
          </a:xfrm>
          <a:prstGeom prst="rect">
            <a:avLst/>
          </a:prstGeom>
        </p:spPr>
      </p:pic>
      <p:cxnSp>
        <p:nvCxnSpPr>
          <p:cNvPr id="381" name="连接符: 肘形 380">
            <a:extLst>
              <a:ext uri="{FF2B5EF4-FFF2-40B4-BE49-F238E27FC236}">
                <a16:creationId xmlns:a16="http://schemas.microsoft.com/office/drawing/2014/main" id="{335EE2E8-C3C0-8706-49A2-0CE15ECFE496}"/>
              </a:ext>
            </a:extLst>
          </p:cNvPr>
          <p:cNvCxnSpPr>
            <a:cxnSpLocks/>
            <a:stCxn id="352" idx="2"/>
            <a:endCxn id="376" idx="2"/>
          </p:cNvCxnSpPr>
          <p:nvPr/>
        </p:nvCxnSpPr>
        <p:spPr>
          <a:xfrm flipV="1">
            <a:off x="9327044" y="4477900"/>
            <a:ext cx="1535343" cy="917030"/>
          </a:xfrm>
          <a:prstGeom prst="bent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矩形 381">
            <a:extLst>
              <a:ext uri="{FF2B5EF4-FFF2-40B4-BE49-F238E27FC236}">
                <a16:creationId xmlns:a16="http://schemas.microsoft.com/office/drawing/2014/main" id="{0FD78CA9-09DC-D2D8-34FE-6356EFE5C1E4}"/>
              </a:ext>
            </a:extLst>
          </p:cNvPr>
          <p:cNvSpPr/>
          <p:nvPr/>
        </p:nvSpPr>
        <p:spPr>
          <a:xfrm>
            <a:off x="76717" y="107105"/>
            <a:ext cx="17151490" cy="586850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pic>
        <p:nvPicPr>
          <p:cNvPr id="383" name="图形 382">
            <a:extLst>
              <a:ext uri="{FF2B5EF4-FFF2-40B4-BE49-F238E27FC236}">
                <a16:creationId xmlns:a16="http://schemas.microsoft.com/office/drawing/2014/main" id="{081188D0-AAE2-5571-F612-5E26DBEA74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8012" y="2726421"/>
            <a:ext cx="720000" cy="720000"/>
          </a:xfrm>
          <a:prstGeom prst="rect">
            <a:avLst/>
          </a:prstGeom>
        </p:spPr>
      </p:pic>
      <p:pic>
        <p:nvPicPr>
          <p:cNvPr id="384" name="图形 383">
            <a:extLst>
              <a:ext uri="{FF2B5EF4-FFF2-40B4-BE49-F238E27FC236}">
                <a16:creationId xmlns:a16="http://schemas.microsoft.com/office/drawing/2014/main" id="{D0A3D446-C4DC-024E-32C9-C126703470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77319" y="1308651"/>
            <a:ext cx="720000" cy="720000"/>
          </a:xfrm>
          <a:prstGeom prst="rect">
            <a:avLst/>
          </a:prstGeom>
        </p:spPr>
      </p:pic>
      <p:pic>
        <p:nvPicPr>
          <p:cNvPr id="385" name="图形 384">
            <a:extLst>
              <a:ext uri="{FF2B5EF4-FFF2-40B4-BE49-F238E27FC236}">
                <a16:creationId xmlns:a16="http://schemas.microsoft.com/office/drawing/2014/main" id="{96ED7995-6C17-B9DF-D3C1-5CE211AB5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84591" y="5018078"/>
            <a:ext cx="720000" cy="720000"/>
          </a:xfrm>
          <a:prstGeom prst="rect">
            <a:avLst/>
          </a:prstGeom>
        </p:spPr>
      </p:pic>
      <p:pic>
        <p:nvPicPr>
          <p:cNvPr id="386" name="图形 385">
            <a:extLst>
              <a:ext uri="{FF2B5EF4-FFF2-40B4-BE49-F238E27FC236}">
                <a16:creationId xmlns:a16="http://schemas.microsoft.com/office/drawing/2014/main" id="{C5D3C89C-16D5-D466-2BB3-16E4D09AE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20049" y="4612073"/>
            <a:ext cx="648000" cy="648000"/>
          </a:xfrm>
          <a:prstGeom prst="rect">
            <a:avLst/>
          </a:prstGeom>
        </p:spPr>
      </p:pic>
      <p:pic>
        <p:nvPicPr>
          <p:cNvPr id="387" name="图形 386">
            <a:extLst>
              <a:ext uri="{FF2B5EF4-FFF2-40B4-BE49-F238E27FC236}">
                <a16:creationId xmlns:a16="http://schemas.microsoft.com/office/drawing/2014/main" id="{9F4C9579-C62A-B66D-63F9-2A8050FB8F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64372" y="3727356"/>
            <a:ext cx="3210963" cy="2140642"/>
          </a:xfrm>
          <a:prstGeom prst="rect">
            <a:avLst/>
          </a:prstGeom>
        </p:spPr>
      </p:pic>
      <p:pic>
        <p:nvPicPr>
          <p:cNvPr id="388" name="图形 387">
            <a:extLst>
              <a:ext uri="{FF2B5EF4-FFF2-40B4-BE49-F238E27FC236}">
                <a16:creationId xmlns:a16="http://schemas.microsoft.com/office/drawing/2014/main" id="{44ED9204-E9F5-D099-E0B3-D19D50389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76924" y="1962821"/>
            <a:ext cx="720000" cy="720000"/>
          </a:xfrm>
          <a:prstGeom prst="rect">
            <a:avLst/>
          </a:prstGeom>
        </p:spPr>
      </p:pic>
      <p:pic>
        <p:nvPicPr>
          <p:cNvPr id="389" name="图形 388">
            <a:extLst>
              <a:ext uri="{FF2B5EF4-FFF2-40B4-BE49-F238E27FC236}">
                <a16:creationId xmlns:a16="http://schemas.microsoft.com/office/drawing/2014/main" id="{A303F46F-A3D9-4BB7-E155-4A9ECFFDD0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15335" y="2023229"/>
            <a:ext cx="720000" cy="720000"/>
          </a:xfrm>
          <a:prstGeom prst="rect">
            <a:avLst/>
          </a:prstGeom>
        </p:spPr>
      </p:pic>
      <p:pic>
        <p:nvPicPr>
          <p:cNvPr id="390" name="图形 389">
            <a:extLst>
              <a:ext uri="{FF2B5EF4-FFF2-40B4-BE49-F238E27FC236}">
                <a16:creationId xmlns:a16="http://schemas.microsoft.com/office/drawing/2014/main" id="{9A854327-F8AB-9601-927F-EEC82ED85B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7897" y="1318905"/>
            <a:ext cx="720000" cy="720000"/>
          </a:xfrm>
          <a:prstGeom prst="rect">
            <a:avLst/>
          </a:prstGeom>
        </p:spPr>
      </p:pic>
      <p:pic>
        <p:nvPicPr>
          <p:cNvPr id="391" name="图形 390">
            <a:extLst>
              <a:ext uri="{FF2B5EF4-FFF2-40B4-BE49-F238E27FC236}">
                <a16:creationId xmlns:a16="http://schemas.microsoft.com/office/drawing/2014/main" id="{0DB02ABB-2A9A-8E26-DFDF-33CCB89E1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68049" y="1511477"/>
            <a:ext cx="861840" cy="648000"/>
          </a:xfrm>
          <a:prstGeom prst="rect">
            <a:avLst/>
          </a:prstGeom>
        </p:spPr>
      </p:pic>
      <p:pic>
        <p:nvPicPr>
          <p:cNvPr id="392" name="图形 391">
            <a:extLst>
              <a:ext uri="{FF2B5EF4-FFF2-40B4-BE49-F238E27FC236}">
                <a16:creationId xmlns:a16="http://schemas.microsoft.com/office/drawing/2014/main" id="{95CC937D-9C11-1C49-F71C-4D9B83945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28836" y="1428693"/>
            <a:ext cx="720000" cy="720000"/>
          </a:xfrm>
          <a:prstGeom prst="rect">
            <a:avLst/>
          </a:prstGeom>
        </p:spPr>
      </p:pic>
      <p:pic>
        <p:nvPicPr>
          <p:cNvPr id="393" name="图形 392">
            <a:extLst>
              <a:ext uri="{FF2B5EF4-FFF2-40B4-BE49-F238E27FC236}">
                <a16:creationId xmlns:a16="http://schemas.microsoft.com/office/drawing/2014/main" id="{B85BCCC7-03A2-E545-C9A8-A38B0C1A3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31407" y="2866860"/>
            <a:ext cx="504000" cy="504000"/>
          </a:xfrm>
          <a:prstGeom prst="rect">
            <a:avLst/>
          </a:prstGeom>
        </p:spPr>
      </p:pic>
      <p:pic>
        <p:nvPicPr>
          <p:cNvPr id="394" name="图形 393">
            <a:extLst>
              <a:ext uri="{FF2B5EF4-FFF2-40B4-BE49-F238E27FC236}">
                <a16:creationId xmlns:a16="http://schemas.microsoft.com/office/drawing/2014/main" id="{9FAF6C93-F105-E2D7-5A72-DB5E09461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318676" y="1658889"/>
            <a:ext cx="720000" cy="720000"/>
          </a:xfrm>
          <a:prstGeom prst="rect">
            <a:avLst/>
          </a:prstGeom>
        </p:spPr>
      </p:pic>
      <p:pic>
        <p:nvPicPr>
          <p:cNvPr id="395" name="图形 394">
            <a:extLst>
              <a:ext uri="{FF2B5EF4-FFF2-40B4-BE49-F238E27FC236}">
                <a16:creationId xmlns:a16="http://schemas.microsoft.com/office/drawing/2014/main" id="{332D7C68-EFE1-A362-7EDB-490F6E0B3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379106" y="800436"/>
            <a:ext cx="576000" cy="576000"/>
          </a:xfrm>
          <a:prstGeom prst="rect">
            <a:avLst/>
          </a:prstGeom>
        </p:spPr>
      </p:pic>
      <p:pic>
        <p:nvPicPr>
          <p:cNvPr id="396" name="图形 395">
            <a:extLst>
              <a:ext uri="{FF2B5EF4-FFF2-40B4-BE49-F238E27FC236}">
                <a16:creationId xmlns:a16="http://schemas.microsoft.com/office/drawing/2014/main" id="{56DD909B-FE12-4D4A-83BB-C8F4909C58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064429" y="3761043"/>
            <a:ext cx="1075636" cy="1075636"/>
          </a:xfrm>
          <a:prstGeom prst="rect">
            <a:avLst/>
          </a:prstGeom>
        </p:spPr>
      </p:pic>
      <p:sp>
        <p:nvSpPr>
          <p:cNvPr id="397" name="矩形 396">
            <a:extLst>
              <a:ext uri="{FF2B5EF4-FFF2-40B4-BE49-F238E27FC236}">
                <a16:creationId xmlns:a16="http://schemas.microsoft.com/office/drawing/2014/main" id="{50B337D1-157E-0F91-FFE3-D4D42A8B1E74}"/>
              </a:ext>
            </a:extLst>
          </p:cNvPr>
          <p:cNvSpPr/>
          <p:nvPr/>
        </p:nvSpPr>
        <p:spPr>
          <a:xfrm>
            <a:off x="76717" y="107105"/>
            <a:ext cx="17151490" cy="497599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TRAINING(offline) &amp; INFERENCE (online)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779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2DC4-D5A9-FF58-CDE6-99C757A8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圆柱体 349">
            <a:extLst>
              <a:ext uri="{FF2B5EF4-FFF2-40B4-BE49-F238E27FC236}">
                <a16:creationId xmlns:a16="http://schemas.microsoft.com/office/drawing/2014/main" id="{3D3FF157-D619-0C1F-F999-57003AD2B752}"/>
              </a:ext>
            </a:extLst>
          </p:cNvPr>
          <p:cNvSpPr/>
          <p:nvPr/>
        </p:nvSpPr>
        <p:spPr>
          <a:xfrm>
            <a:off x="11074283" y="693162"/>
            <a:ext cx="1882103" cy="2088000"/>
          </a:xfrm>
          <a:prstGeom prst="can">
            <a:avLst>
              <a:gd name="adj" fmla="val 13529"/>
            </a:avLst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 Zoo</a:t>
            </a:r>
          </a:p>
          <a:p>
            <a:pPr algn="ctr"/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F63D0C99-16EE-811A-4063-D197AECB5B64}"/>
              </a:ext>
            </a:extLst>
          </p:cNvPr>
          <p:cNvCxnSpPr>
            <a:cxnSpLocks/>
            <a:stCxn id="359" idx="4"/>
            <a:endCxn id="362" idx="1"/>
          </p:cNvCxnSpPr>
          <p:nvPr/>
        </p:nvCxnSpPr>
        <p:spPr>
          <a:xfrm>
            <a:off x="2419133" y="1726969"/>
            <a:ext cx="630157" cy="1217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流程图: 文档 352">
            <a:extLst>
              <a:ext uri="{FF2B5EF4-FFF2-40B4-BE49-F238E27FC236}">
                <a16:creationId xmlns:a16="http://schemas.microsoft.com/office/drawing/2014/main" id="{093BC726-F569-1405-6CB3-D4503D8CA806}"/>
              </a:ext>
            </a:extLst>
          </p:cNvPr>
          <p:cNvSpPr/>
          <p:nvPr/>
        </p:nvSpPr>
        <p:spPr>
          <a:xfrm>
            <a:off x="15357970" y="3732267"/>
            <a:ext cx="1761078" cy="1440000"/>
          </a:xfrm>
          <a:prstGeom prst="flowChartDocumen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Mask/Label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0B161C23-3A88-ED2A-87F1-8B36A54E2CE9}"/>
              </a:ext>
            </a:extLst>
          </p:cNvPr>
          <p:cNvCxnSpPr>
            <a:cxnSpLocks/>
            <a:stCxn id="374" idx="1"/>
            <a:endCxn id="371" idx="2"/>
          </p:cNvCxnSpPr>
          <p:nvPr/>
        </p:nvCxnSpPr>
        <p:spPr>
          <a:xfrm flipV="1">
            <a:off x="4572384" y="4478780"/>
            <a:ext cx="0" cy="47898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圆柱体 358">
            <a:extLst>
              <a:ext uri="{FF2B5EF4-FFF2-40B4-BE49-F238E27FC236}">
                <a16:creationId xmlns:a16="http://schemas.microsoft.com/office/drawing/2014/main" id="{78750115-1F0E-4AAB-6B65-256A4627E697}"/>
              </a:ext>
            </a:extLst>
          </p:cNvPr>
          <p:cNvSpPr/>
          <p:nvPr/>
        </p:nvSpPr>
        <p:spPr>
          <a:xfrm>
            <a:off x="259133" y="790969"/>
            <a:ext cx="2160000" cy="1872000"/>
          </a:xfrm>
          <a:prstGeom prst="can">
            <a:avLst>
              <a:gd name="adj" fmla="val 17627"/>
            </a:avLst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Public Datasets</a:t>
            </a:r>
          </a:p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(TN3K, DDTI, </a:t>
            </a:r>
            <a:r>
              <a:rPr lang="en-US" altLang="zh-C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ThyroidXL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…)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0" name="图形 359" descr="数据库">
            <a:extLst>
              <a:ext uri="{FF2B5EF4-FFF2-40B4-BE49-F238E27FC236}">
                <a16:creationId xmlns:a16="http://schemas.microsoft.com/office/drawing/2014/main" id="{769DD6F8-8654-1A34-EAA4-5F497CB8A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925" y="2014276"/>
            <a:ext cx="914400" cy="914400"/>
          </a:xfrm>
          <a:prstGeom prst="rect">
            <a:avLst/>
          </a:prstGeom>
        </p:spPr>
      </p:pic>
      <p:pic>
        <p:nvPicPr>
          <p:cNvPr id="361" name="图形 360" descr="数据库">
            <a:extLst>
              <a:ext uri="{FF2B5EF4-FFF2-40B4-BE49-F238E27FC236}">
                <a16:creationId xmlns:a16="http://schemas.microsoft.com/office/drawing/2014/main" id="{3957B495-1586-94B7-E291-7F30062D59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4879" y="2262570"/>
            <a:ext cx="636094" cy="636094"/>
          </a:xfrm>
          <a:prstGeom prst="rect">
            <a:avLst/>
          </a:prstGeom>
        </p:spPr>
      </p:pic>
      <p:sp>
        <p:nvSpPr>
          <p:cNvPr id="362" name="矩形: 圆角 361">
            <a:extLst>
              <a:ext uri="{FF2B5EF4-FFF2-40B4-BE49-F238E27FC236}">
                <a16:creationId xmlns:a16="http://schemas.microsoft.com/office/drawing/2014/main" id="{46F2AB0D-120F-DACF-D28F-5B364393DB17}"/>
              </a:ext>
            </a:extLst>
          </p:cNvPr>
          <p:cNvSpPr/>
          <p:nvPr/>
        </p:nvSpPr>
        <p:spPr>
          <a:xfrm>
            <a:off x="3049290" y="803144"/>
            <a:ext cx="3345791" cy="1872000"/>
          </a:xfrm>
          <a:prstGeom prst="roundRect">
            <a:avLst>
              <a:gd name="adj" fmla="val 9777"/>
            </a:avLst>
          </a:prstGeom>
          <a:solidFill>
            <a:schemeClr val="accent2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Stacked Dataset Builder</a:t>
            </a:r>
          </a:p>
          <a:p>
            <a:pPr marL="342899" indent="-342899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division</a:t>
            </a:r>
          </a:p>
          <a:p>
            <a:pPr marL="342899" indent="-342899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harmonization</a:t>
            </a:r>
          </a:p>
        </p:txBody>
      </p:sp>
      <p:cxnSp>
        <p:nvCxnSpPr>
          <p:cNvPr id="363" name="直接箭头连接符 362">
            <a:extLst>
              <a:ext uri="{FF2B5EF4-FFF2-40B4-BE49-F238E27FC236}">
                <a16:creationId xmlns:a16="http://schemas.microsoft.com/office/drawing/2014/main" id="{BB3D9700-447B-3555-C475-583D1CFDD870}"/>
              </a:ext>
            </a:extLst>
          </p:cNvPr>
          <p:cNvCxnSpPr>
            <a:cxnSpLocks/>
            <a:stCxn id="362" idx="3"/>
            <a:endCxn id="364" idx="1"/>
          </p:cNvCxnSpPr>
          <p:nvPr/>
        </p:nvCxnSpPr>
        <p:spPr>
          <a:xfrm flipV="1">
            <a:off x="6395081" y="1737162"/>
            <a:ext cx="457388" cy="198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矩形: 圆角 363">
            <a:extLst>
              <a:ext uri="{FF2B5EF4-FFF2-40B4-BE49-F238E27FC236}">
                <a16:creationId xmlns:a16="http://schemas.microsoft.com/office/drawing/2014/main" id="{EDC77926-D4C8-DC12-F463-4015F1ACD4DE}"/>
              </a:ext>
            </a:extLst>
          </p:cNvPr>
          <p:cNvSpPr/>
          <p:nvPr/>
        </p:nvSpPr>
        <p:spPr>
          <a:xfrm>
            <a:off x="6852469" y="801162"/>
            <a:ext cx="3754385" cy="1872000"/>
          </a:xfrm>
          <a:prstGeom prst="roundRect">
            <a:avLst>
              <a:gd name="adj" fmla="val 9777"/>
            </a:avLst>
          </a:prstGeom>
          <a:solidFill>
            <a:schemeClr val="accent6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Seg/</a:t>
            </a:r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</a:t>
            </a:r>
          </a:p>
          <a:p>
            <a:pPr marL="342899" indent="-342899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DINOV3-Unet</a:t>
            </a:r>
          </a:p>
          <a:p>
            <a:pPr marL="342899" indent="-342899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GAP+GMP → Attention</a:t>
            </a:r>
          </a:p>
        </p:txBody>
      </p:sp>
      <p:cxnSp>
        <p:nvCxnSpPr>
          <p:cNvPr id="365" name="直接箭头连接符 364">
            <a:extLst>
              <a:ext uri="{FF2B5EF4-FFF2-40B4-BE49-F238E27FC236}">
                <a16:creationId xmlns:a16="http://schemas.microsoft.com/office/drawing/2014/main" id="{FCF46F2F-4551-DDD8-317F-0B4ADA47A76C}"/>
              </a:ext>
            </a:extLst>
          </p:cNvPr>
          <p:cNvCxnSpPr>
            <a:cxnSpLocks/>
            <a:stCxn id="364" idx="3"/>
            <a:endCxn id="350" idx="2"/>
          </p:cNvCxnSpPr>
          <p:nvPr/>
        </p:nvCxnSpPr>
        <p:spPr>
          <a:xfrm>
            <a:off x="10606854" y="1737162"/>
            <a:ext cx="4674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直接箭头连接符 365">
            <a:extLst>
              <a:ext uri="{FF2B5EF4-FFF2-40B4-BE49-F238E27FC236}">
                <a16:creationId xmlns:a16="http://schemas.microsoft.com/office/drawing/2014/main" id="{26C6DEF0-FE78-C4F8-710B-08985B60875F}"/>
              </a:ext>
            </a:extLst>
          </p:cNvPr>
          <p:cNvCxnSpPr>
            <a:cxnSpLocks/>
            <a:stCxn id="350" idx="4"/>
            <a:endCxn id="367" idx="1"/>
          </p:cNvCxnSpPr>
          <p:nvPr/>
        </p:nvCxnSpPr>
        <p:spPr>
          <a:xfrm flipV="1">
            <a:off x="12956386" y="1736436"/>
            <a:ext cx="467429" cy="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矩形: 圆角 366">
            <a:extLst>
              <a:ext uri="{FF2B5EF4-FFF2-40B4-BE49-F238E27FC236}">
                <a16:creationId xmlns:a16="http://schemas.microsoft.com/office/drawing/2014/main" id="{3C6FE794-1293-1FA4-A05E-F09DDA8528D2}"/>
              </a:ext>
            </a:extLst>
          </p:cNvPr>
          <p:cNvSpPr/>
          <p:nvPr/>
        </p:nvSpPr>
        <p:spPr>
          <a:xfrm>
            <a:off x="13423815" y="800436"/>
            <a:ext cx="3660810" cy="1872000"/>
          </a:xfrm>
          <a:prstGeom prst="roundRect">
            <a:avLst>
              <a:gd name="adj" fmla="val 9777"/>
            </a:avLst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 Registry</a:t>
            </a:r>
          </a:p>
          <a:p>
            <a:pPr marL="342899" indent="-342899">
              <a:buFont typeface="Wingdings" panose="05000000000000000000" pitchFamily="2" charset="2"/>
              <a:buChar char="ü"/>
            </a:pP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priors</a:t>
            </a:r>
          </a:p>
          <a:p>
            <a:pPr marL="342899" indent="-342899">
              <a:buFont typeface="Wingdings" panose="05000000000000000000" pitchFamily="2" charset="2"/>
              <a:buChar char="ü"/>
            </a:pP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IDs + configs</a:t>
            </a:r>
          </a:p>
          <a:p>
            <a:pPr marL="342899" indent="-342899">
              <a:buFont typeface="Wingdings" panose="05000000000000000000" pitchFamily="2" charset="2"/>
              <a:buChar char="ü"/>
            </a:pP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Frozen checkpoints</a:t>
            </a:r>
          </a:p>
        </p:txBody>
      </p:sp>
      <p:pic>
        <p:nvPicPr>
          <p:cNvPr id="368" name="图片 367">
            <a:extLst>
              <a:ext uri="{FF2B5EF4-FFF2-40B4-BE49-F238E27FC236}">
                <a16:creationId xmlns:a16="http://schemas.microsoft.com/office/drawing/2014/main" id="{9101716E-0643-D680-BEC6-728033441B0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54" y="3098805"/>
            <a:ext cx="1368000" cy="1296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369" name="文本框 368">
            <a:extLst>
              <a:ext uri="{FF2B5EF4-FFF2-40B4-BE49-F238E27FC236}">
                <a16:creationId xmlns:a16="http://schemas.microsoft.com/office/drawing/2014/main" id="{453FB7DA-FFD3-1372-B636-EE36DFB31177}"/>
              </a:ext>
            </a:extLst>
          </p:cNvPr>
          <p:cNvSpPr txBox="1"/>
          <p:nvPr/>
        </p:nvSpPr>
        <p:spPr>
          <a:xfrm>
            <a:off x="120609" y="4382699"/>
            <a:ext cx="19057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Ultrasound </a:t>
            </a:r>
          </a:p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D65A30ED-12BE-6082-22AD-FF4B8CC724F5}"/>
              </a:ext>
            </a:extLst>
          </p:cNvPr>
          <p:cNvCxnSpPr>
            <a:cxnSpLocks/>
            <a:stCxn id="371" idx="3"/>
            <a:endCxn id="375" idx="1"/>
          </p:cNvCxnSpPr>
          <p:nvPr/>
        </p:nvCxnSpPr>
        <p:spPr>
          <a:xfrm>
            <a:off x="5598384" y="3758780"/>
            <a:ext cx="5525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矩形: 圆角 370">
            <a:extLst>
              <a:ext uri="{FF2B5EF4-FFF2-40B4-BE49-F238E27FC236}">
                <a16:creationId xmlns:a16="http://schemas.microsoft.com/office/drawing/2014/main" id="{FFD64769-212D-27DC-C749-9B91374571CF}"/>
              </a:ext>
            </a:extLst>
          </p:cNvPr>
          <p:cNvSpPr/>
          <p:nvPr/>
        </p:nvSpPr>
        <p:spPr>
          <a:xfrm>
            <a:off x="3546384" y="3038780"/>
            <a:ext cx="2052000" cy="1440000"/>
          </a:xfrm>
          <a:prstGeom prst="roundRect">
            <a:avLst>
              <a:gd name="adj" fmla="val 9777"/>
            </a:avLst>
          </a:prstGeom>
          <a:solidFill>
            <a:schemeClr val="accent2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 inference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7721F5EF-59AC-83E3-8916-616B8928218E}"/>
              </a:ext>
            </a:extLst>
          </p:cNvPr>
          <p:cNvCxnSpPr>
            <a:cxnSpLocks/>
            <a:stCxn id="368" idx="3"/>
            <a:endCxn id="371" idx="1"/>
          </p:cNvCxnSpPr>
          <p:nvPr/>
        </p:nvCxnSpPr>
        <p:spPr>
          <a:xfrm>
            <a:off x="1701554" y="3746805"/>
            <a:ext cx="1844830" cy="11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矩形: 圆角 372">
            <a:extLst>
              <a:ext uri="{FF2B5EF4-FFF2-40B4-BE49-F238E27FC236}">
                <a16:creationId xmlns:a16="http://schemas.microsoft.com/office/drawing/2014/main" id="{A3358C6E-5F27-5FA4-717E-E83B41789864}"/>
              </a:ext>
            </a:extLst>
          </p:cNvPr>
          <p:cNvSpPr/>
          <p:nvPr/>
        </p:nvSpPr>
        <p:spPr>
          <a:xfrm>
            <a:off x="1796185" y="3195448"/>
            <a:ext cx="1522564" cy="448241"/>
          </a:xfrm>
          <a:prstGeom prst="roundRect">
            <a:avLst>
              <a:gd name="adj" fmla="val 35467"/>
            </a:avLst>
          </a:prstGeom>
          <a:solidFill>
            <a:schemeClr val="accent6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zh-CN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4" name="圆柱体 373">
            <a:extLst>
              <a:ext uri="{FF2B5EF4-FFF2-40B4-BE49-F238E27FC236}">
                <a16:creationId xmlns:a16="http://schemas.microsoft.com/office/drawing/2014/main" id="{2AE0CD12-DA7C-B485-DB22-5D5A4E47C302}"/>
              </a:ext>
            </a:extLst>
          </p:cNvPr>
          <p:cNvSpPr/>
          <p:nvPr/>
        </p:nvSpPr>
        <p:spPr>
          <a:xfrm>
            <a:off x="3528384" y="4957760"/>
            <a:ext cx="2088000" cy="872965"/>
          </a:xfrm>
          <a:prstGeom prst="can">
            <a:avLst>
              <a:gd name="adj" fmla="val 29241"/>
            </a:avLst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 Zoo</a:t>
            </a:r>
          </a:p>
        </p:txBody>
      </p:sp>
      <p:sp>
        <p:nvSpPr>
          <p:cNvPr id="375" name="矩形: 圆角 374">
            <a:extLst>
              <a:ext uri="{FF2B5EF4-FFF2-40B4-BE49-F238E27FC236}">
                <a16:creationId xmlns:a16="http://schemas.microsoft.com/office/drawing/2014/main" id="{D41DA3AA-53B8-DEA8-C26C-904C33C0E277}"/>
              </a:ext>
            </a:extLst>
          </p:cNvPr>
          <p:cNvSpPr/>
          <p:nvPr/>
        </p:nvSpPr>
        <p:spPr>
          <a:xfrm>
            <a:off x="6150960" y="3038780"/>
            <a:ext cx="2988000" cy="1440000"/>
          </a:xfrm>
          <a:prstGeom prst="roundRect">
            <a:avLst>
              <a:gd name="adj" fmla="val 9777"/>
            </a:avLst>
          </a:prstGeom>
          <a:solidFill>
            <a:schemeClr val="accent4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Seg/</a:t>
            </a:r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Evidence</a:t>
            </a:r>
          </a:p>
          <a:p>
            <a:pPr marL="342899" indent="-342899">
              <a:buSzPct val="15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</a:p>
          <a:p>
            <a:pPr marL="342899" indent="-342899">
              <a:buSzPct val="15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Agreement score</a:t>
            </a:r>
          </a:p>
        </p:txBody>
      </p:sp>
      <p:sp>
        <p:nvSpPr>
          <p:cNvPr id="376" name="矩形: 圆角 375">
            <a:extLst>
              <a:ext uri="{FF2B5EF4-FFF2-40B4-BE49-F238E27FC236}">
                <a16:creationId xmlns:a16="http://schemas.microsoft.com/office/drawing/2014/main" id="{C9F18603-1E61-68D7-17A4-3FDE65BD2B7F}"/>
              </a:ext>
            </a:extLst>
          </p:cNvPr>
          <p:cNvSpPr/>
          <p:nvPr/>
        </p:nvSpPr>
        <p:spPr>
          <a:xfrm>
            <a:off x="9509650" y="3037900"/>
            <a:ext cx="5340171" cy="2828734"/>
          </a:xfrm>
          <a:prstGeom prst="roundRect">
            <a:avLst>
              <a:gd name="adj" fmla="val 9777"/>
            </a:avLst>
          </a:prstGeom>
          <a:solidFill>
            <a:schemeClr val="accent6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" name="矩形: 圆角 378">
            <a:extLst>
              <a:ext uri="{FF2B5EF4-FFF2-40B4-BE49-F238E27FC236}">
                <a16:creationId xmlns:a16="http://schemas.microsoft.com/office/drawing/2014/main" id="{1B46DF7F-01F5-04FC-6C50-F0DD6C9A0230}"/>
              </a:ext>
            </a:extLst>
          </p:cNvPr>
          <p:cNvSpPr/>
          <p:nvPr/>
        </p:nvSpPr>
        <p:spPr>
          <a:xfrm>
            <a:off x="6150960" y="4898516"/>
            <a:ext cx="2987999" cy="946684"/>
          </a:xfrm>
          <a:prstGeom prst="roundRect">
            <a:avLst>
              <a:gd name="adj" fmla="val 9777"/>
            </a:avLst>
          </a:prstGeom>
          <a:solidFill>
            <a:schemeClr val="accent2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Radiomics </a:t>
            </a:r>
          </a:p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pic>
        <p:nvPicPr>
          <p:cNvPr id="380" name="图片 379">
            <a:extLst>
              <a:ext uri="{FF2B5EF4-FFF2-40B4-BE49-F238E27FC236}">
                <a16:creationId xmlns:a16="http://schemas.microsoft.com/office/drawing/2014/main" id="{844EFE4E-5A30-1E33-E37C-A1520412D7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5967" y="4734804"/>
            <a:ext cx="546598" cy="532946"/>
          </a:xfrm>
          <a:prstGeom prst="rect">
            <a:avLst/>
          </a:prstGeom>
        </p:spPr>
      </p:pic>
      <p:sp>
        <p:nvSpPr>
          <p:cNvPr id="382" name="矩形 381">
            <a:extLst>
              <a:ext uri="{FF2B5EF4-FFF2-40B4-BE49-F238E27FC236}">
                <a16:creationId xmlns:a16="http://schemas.microsoft.com/office/drawing/2014/main" id="{697D1165-344C-88D8-095F-191B9379D36C}"/>
              </a:ext>
            </a:extLst>
          </p:cNvPr>
          <p:cNvSpPr/>
          <p:nvPr/>
        </p:nvSpPr>
        <p:spPr>
          <a:xfrm>
            <a:off x="76717" y="107105"/>
            <a:ext cx="17151490" cy="586850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pic>
        <p:nvPicPr>
          <p:cNvPr id="383" name="图形 382">
            <a:extLst>
              <a:ext uri="{FF2B5EF4-FFF2-40B4-BE49-F238E27FC236}">
                <a16:creationId xmlns:a16="http://schemas.microsoft.com/office/drawing/2014/main" id="{D2BE3EA7-61E5-11EA-56F2-52F6CA3EC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8012" y="2726421"/>
            <a:ext cx="720000" cy="720000"/>
          </a:xfrm>
          <a:prstGeom prst="rect">
            <a:avLst/>
          </a:prstGeom>
        </p:spPr>
      </p:pic>
      <p:pic>
        <p:nvPicPr>
          <p:cNvPr id="384" name="图形 383">
            <a:extLst>
              <a:ext uri="{FF2B5EF4-FFF2-40B4-BE49-F238E27FC236}">
                <a16:creationId xmlns:a16="http://schemas.microsoft.com/office/drawing/2014/main" id="{8E965CB3-BD17-FE52-FC77-BD7E732E0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77319" y="1308651"/>
            <a:ext cx="720000" cy="720000"/>
          </a:xfrm>
          <a:prstGeom prst="rect">
            <a:avLst/>
          </a:prstGeom>
        </p:spPr>
      </p:pic>
      <p:pic>
        <p:nvPicPr>
          <p:cNvPr id="385" name="图形 384">
            <a:extLst>
              <a:ext uri="{FF2B5EF4-FFF2-40B4-BE49-F238E27FC236}">
                <a16:creationId xmlns:a16="http://schemas.microsoft.com/office/drawing/2014/main" id="{A2155A43-B278-390C-948B-20C15A5AF5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63775" y="5014043"/>
            <a:ext cx="720000" cy="720000"/>
          </a:xfrm>
          <a:prstGeom prst="rect">
            <a:avLst/>
          </a:prstGeom>
        </p:spPr>
      </p:pic>
      <p:pic>
        <p:nvPicPr>
          <p:cNvPr id="388" name="图形 387">
            <a:extLst>
              <a:ext uri="{FF2B5EF4-FFF2-40B4-BE49-F238E27FC236}">
                <a16:creationId xmlns:a16="http://schemas.microsoft.com/office/drawing/2014/main" id="{9567C161-317F-86BD-29FB-FA8224094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76924" y="1962821"/>
            <a:ext cx="720000" cy="720000"/>
          </a:xfrm>
          <a:prstGeom prst="rect">
            <a:avLst/>
          </a:prstGeom>
        </p:spPr>
      </p:pic>
      <p:pic>
        <p:nvPicPr>
          <p:cNvPr id="389" name="图形 388">
            <a:extLst>
              <a:ext uri="{FF2B5EF4-FFF2-40B4-BE49-F238E27FC236}">
                <a16:creationId xmlns:a16="http://schemas.microsoft.com/office/drawing/2014/main" id="{D7D35C7E-0654-7C6A-0564-38597EDC8A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15335" y="2023229"/>
            <a:ext cx="720000" cy="720000"/>
          </a:xfrm>
          <a:prstGeom prst="rect">
            <a:avLst/>
          </a:prstGeom>
        </p:spPr>
      </p:pic>
      <p:pic>
        <p:nvPicPr>
          <p:cNvPr id="390" name="图形 389">
            <a:extLst>
              <a:ext uri="{FF2B5EF4-FFF2-40B4-BE49-F238E27FC236}">
                <a16:creationId xmlns:a16="http://schemas.microsoft.com/office/drawing/2014/main" id="{10466C56-5A6F-A4DC-5809-CF22B4364E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977897" y="1318905"/>
            <a:ext cx="720000" cy="720000"/>
          </a:xfrm>
          <a:prstGeom prst="rect">
            <a:avLst/>
          </a:prstGeom>
        </p:spPr>
      </p:pic>
      <p:pic>
        <p:nvPicPr>
          <p:cNvPr id="391" name="图形 390">
            <a:extLst>
              <a:ext uri="{FF2B5EF4-FFF2-40B4-BE49-F238E27FC236}">
                <a16:creationId xmlns:a16="http://schemas.microsoft.com/office/drawing/2014/main" id="{13E6643C-6F03-117F-E177-5CB99B4622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68049" y="1511477"/>
            <a:ext cx="861840" cy="648000"/>
          </a:xfrm>
          <a:prstGeom prst="rect">
            <a:avLst/>
          </a:prstGeom>
        </p:spPr>
      </p:pic>
      <p:pic>
        <p:nvPicPr>
          <p:cNvPr id="392" name="图形 391">
            <a:extLst>
              <a:ext uri="{FF2B5EF4-FFF2-40B4-BE49-F238E27FC236}">
                <a16:creationId xmlns:a16="http://schemas.microsoft.com/office/drawing/2014/main" id="{E5816C0A-DEBA-CF67-64F2-7F081873C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28836" y="1428693"/>
            <a:ext cx="720000" cy="720000"/>
          </a:xfrm>
          <a:prstGeom prst="rect">
            <a:avLst/>
          </a:prstGeom>
        </p:spPr>
      </p:pic>
      <p:pic>
        <p:nvPicPr>
          <p:cNvPr id="393" name="图形 392">
            <a:extLst>
              <a:ext uri="{FF2B5EF4-FFF2-40B4-BE49-F238E27FC236}">
                <a16:creationId xmlns:a16="http://schemas.microsoft.com/office/drawing/2014/main" id="{6D44B64C-8307-3006-0E0F-CAC42762ED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31407" y="2866860"/>
            <a:ext cx="504000" cy="504000"/>
          </a:xfrm>
          <a:prstGeom prst="rect">
            <a:avLst/>
          </a:prstGeom>
        </p:spPr>
      </p:pic>
      <p:pic>
        <p:nvPicPr>
          <p:cNvPr id="394" name="图形 393">
            <a:extLst>
              <a:ext uri="{FF2B5EF4-FFF2-40B4-BE49-F238E27FC236}">
                <a16:creationId xmlns:a16="http://schemas.microsoft.com/office/drawing/2014/main" id="{B8ACBA7B-0EC3-E539-BB8A-D1B0AF0E9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318676" y="1658889"/>
            <a:ext cx="720000" cy="720000"/>
          </a:xfrm>
          <a:prstGeom prst="rect">
            <a:avLst/>
          </a:prstGeom>
        </p:spPr>
      </p:pic>
      <p:pic>
        <p:nvPicPr>
          <p:cNvPr id="395" name="图形 394">
            <a:extLst>
              <a:ext uri="{FF2B5EF4-FFF2-40B4-BE49-F238E27FC236}">
                <a16:creationId xmlns:a16="http://schemas.microsoft.com/office/drawing/2014/main" id="{F070B802-D8BC-982C-F415-4581161BC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379106" y="800436"/>
            <a:ext cx="576000" cy="576000"/>
          </a:xfrm>
          <a:prstGeom prst="rect">
            <a:avLst/>
          </a:prstGeom>
        </p:spPr>
      </p:pic>
      <p:pic>
        <p:nvPicPr>
          <p:cNvPr id="396" name="图形 395">
            <a:extLst>
              <a:ext uri="{FF2B5EF4-FFF2-40B4-BE49-F238E27FC236}">
                <a16:creationId xmlns:a16="http://schemas.microsoft.com/office/drawing/2014/main" id="{21B723F0-6AF2-1259-8E0E-976A9054B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107043" y="4455292"/>
            <a:ext cx="1075636" cy="1075636"/>
          </a:xfrm>
          <a:prstGeom prst="rect">
            <a:avLst/>
          </a:prstGeom>
        </p:spPr>
      </p:pic>
      <p:sp>
        <p:nvSpPr>
          <p:cNvPr id="397" name="矩形 396">
            <a:extLst>
              <a:ext uri="{FF2B5EF4-FFF2-40B4-BE49-F238E27FC236}">
                <a16:creationId xmlns:a16="http://schemas.microsoft.com/office/drawing/2014/main" id="{9BF23012-8315-FDE5-28A7-B05491A166B3}"/>
              </a:ext>
            </a:extLst>
          </p:cNvPr>
          <p:cNvSpPr/>
          <p:nvPr/>
        </p:nvSpPr>
        <p:spPr>
          <a:xfrm>
            <a:off x="76717" y="107105"/>
            <a:ext cx="17151490" cy="497599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TRAINING(offline) &amp; INFERENCE (online)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3FEB23-A75D-460A-73C3-8AA258705003}"/>
              </a:ext>
            </a:extLst>
          </p:cNvPr>
          <p:cNvSpPr txBox="1"/>
          <p:nvPr/>
        </p:nvSpPr>
        <p:spPr>
          <a:xfrm>
            <a:off x="9509650" y="3032436"/>
            <a:ext cx="5340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ThyroidAgent</a:t>
            </a:r>
            <a:endParaRPr lang="en-US" altLang="zh-C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平行四边形 351">
            <a:extLst>
              <a:ext uri="{FF2B5EF4-FFF2-40B4-BE49-F238E27FC236}">
                <a16:creationId xmlns:a16="http://schemas.microsoft.com/office/drawing/2014/main" id="{6B1E54EB-4CC6-C58E-79DE-4794156691B8}"/>
              </a:ext>
            </a:extLst>
          </p:cNvPr>
          <p:cNvSpPr/>
          <p:nvPr/>
        </p:nvSpPr>
        <p:spPr>
          <a:xfrm>
            <a:off x="12491795" y="3745794"/>
            <a:ext cx="2154299" cy="833104"/>
          </a:xfrm>
          <a:prstGeom prst="parallelogram">
            <a:avLst/>
          </a:prstGeom>
          <a:solidFill>
            <a:schemeClr val="accent4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 </a:t>
            </a:r>
          </a:p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Prompt</a:t>
            </a:r>
            <a:endParaRPr lang="zh-CN" alt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6" name="图形 385">
            <a:extLst>
              <a:ext uri="{FF2B5EF4-FFF2-40B4-BE49-F238E27FC236}">
                <a16:creationId xmlns:a16="http://schemas.microsoft.com/office/drawing/2014/main" id="{F9D0A844-40F8-2BAD-B263-F3AB03127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201822" y="3537597"/>
            <a:ext cx="648000" cy="648000"/>
          </a:xfrm>
          <a:prstGeom prst="rect">
            <a:avLst/>
          </a:prstGeom>
        </p:spPr>
      </p:pic>
      <p:cxnSp>
        <p:nvCxnSpPr>
          <p:cNvPr id="3" name="直接箭头连接符 353">
            <a:extLst>
              <a:ext uri="{FF2B5EF4-FFF2-40B4-BE49-F238E27FC236}">
                <a16:creationId xmlns:a16="http://schemas.microsoft.com/office/drawing/2014/main" id="{30521D3E-EC71-7DD3-6A2F-147E1F10D1B9}"/>
              </a:ext>
            </a:extLst>
          </p:cNvPr>
          <p:cNvCxnSpPr>
            <a:cxnSpLocks/>
            <a:stCxn id="379" idx="3"/>
          </p:cNvCxnSpPr>
          <p:nvPr/>
        </p:nvCxnSpPr>
        <p:spPr>
          <a:xfrm>
            <a:off x="9138959" y="5371858"/>
            <a:ext cx="3706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353">
            <a:extLst>
              <a:ext uri="{FF2B5EF4-FFF2-40B4-BE49-F238E27FC236}">
                <a16:creationId xmlns:a16="http://schemas.microsoft.com/office/drawing/2014/main" id="{32F65511-46B9-7D81-5092-12C7104DA43E}"/>
              </a:ext>
            </a:extLst>
          </p:cNvPr>
          <p:cNvCxnSpPr>
            <a:cxnSpLocks/>
            <a:stCxn id="375" idx="2"/>
            <a:endCxn id="379" idx="0"/>
          </p:cNvCxnSpPr>
          <p:nvPr/>
        </p:nvCxnSpPr>
        <p:spPr>
          <a:xfrm>
            <a:off x="7644960" y="4478780"/>
            <a:ext cx="0" cy="41973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353">
            <a:extLst>
              <a:ext uri="{FF2B5EF4-FFF2-40B4-BE49-F238E27FC236}">
                <a16:creationId xmlns:a16="http://schemas.microsoft.com/office/drawing/2014/main" id="{A18CD8C6-BACC-82E8-EEA6-84CDB6AE75CF}"/>
              </a:ext>
            </a:extLst>
          </p:cNvPr>
          <p:cNvCxnSpPr>
            <a:cxnSpLocks/>
            <a:stCxn id="375" idx="3"/>
          </p:cNvCxnSpPr>
          <p:nvPr/>
        </p:nvCxnSpPr>
        <p:spPr>
          <a:xfrm>
            <a:off x="9138960" y="3758780"/>
            <a:ext cx="3706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58C9417-DB28-8B80-A0F2-545D63845F0A}"/>
              </a:ext>
            </a:extLst>
          </p:cNvPr>
          <p:cNvSpPr txBox="1"/>
          <p:nvPr/>
        </p:nvSpPr>
        <p:spPr>
          <a:xfrm>
            <a:off x="9733999" y="3571906"/>
            <a:ext cx="2281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Consensus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9DFAA1B-18D7-7D65-CD74-14C37E908FB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22" y="4365940"/>
            <a:ext cx="388800" cy="360000"/>
          </a:xfrm>
          <a:prstGeom prst="rect">
            <a:avLst/>
          </a:prstGeom>
        </p:spPr>
      </p:pic>
      <p:sp>
        <p:nvSpPr>
          <p:cNvPr id="16" name="矩形: 圆角 374">
            <a:extLst>
              <a:ext uri="{FF2B5EF4-FFF2-40B4-BE49-F238E27FC236}">
                <a16:creationId xmlns:a16="http://schemas.microsoft.com/office/drawing/2014/main" id="{9A58A666-33AE-08E0-BCAE-DDCB35E8C706}"/>
              </a:ext>
            </a:extLst>
          </p:cNvPr>
          <p:cNvSpPr/>
          <p:nvPr/>
        </p:nvSpPr>
        <p:spPr>
          <a:xfrm>
            <a:off x="9734000" y="3589888"/>
            <a:ext cx="2281335" cy="1144916"/>
          </a:xfrm>
          <a:prstGeom prst="roundRect">
            <a:avLst>
              <a:gd name="adj" fmla="val 9777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6BB53DF-B2F6-37AF-9C59-0FE5B1BB128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871" y="3994123"/>
            <a:ext cx="360000" cy="360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361007D-5199-B1C7-DBF2-707AA64A43BD}"/>
              </a:ext>
            </a:extLst>
          </p:cNvPr>
          <p:cNvSpPr txBox="1"/>
          <p:nvPr/>
        </p:nvSpPr>
        <p:spPr>
          <a:xfrm>
            <a:off x="10229935" y="3985542"/>
            <a:ext cx="1541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Seg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Masks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553DE2-F821-621A-6579-5EFF538AFF59}"/>
              </a:ext>
            </a:extLst>
          </p:cNvPr>
          <p:cNvSpPr txBox="1"/>
          <p:nvPr/>
        </p:nvSpPr>
        <p:spPr>
          <a:xfrm>
            <a:off x="10248871" y="4325886"/>
            <a:ext cx="1466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Cls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Labels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: 圆角 374">
            <a:extLst>
              <a:ext uri="{FF2B5EF4-FFF2-40B4-BE49-F238E27FC236}">
                <a16:creationId xmlns:a16="http://schemas.microsoft.com/office/drawing/2014/main" id="{6F75F128-11EB-9192-8B90-D1471DC981F2}"/>
              </a:ext>
            </a:extLst>
          </p:cNvPr>
          <p:cNvSpPr/>
          <p:nvPr/>
        </p:nvSpPr>
        <p:spPr>
          <a:xfrm>
            <a:off x="9734000" y="4957759"/>
            <a:ext cx="2278035" cy="819027"/>
          </a:xfrm>
          <a:prstGeom prst="roundRect">
            <a:avLst>
              <a:gd name="adj" fmla="val 9777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76D2E3-2288-C0E2-B955-38D27E6AE446}"/>
              </a:ext>
            </a:extLst>
          </p:cNvPr>
          <p:cNvSpPr txBox="1"/>
          <p:nvPr/>
        </p:nvSpPr>
        <p:spPr>
          <a:xfrm>
            <a:off x="9696154" y="4971986"/>
            <a:ext cx="2301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</a:p>
        </p:txBody>
      </p:sp>
      <p:cxnSp>
        <p:nvCxnSpPr>
          <p:cNvPr id="22" name="直接箭头连接符 353">
            <a:extLst>
              <a:ext uri="{FF2B5EF4-FFF2-40B4-BE49-F238E27FC236}">
                <a16:creationId xmlns:a16="http://schemas.microsoft.com/office/drawing/2014/main" id="{4EBC86D7-FC71-8E60-00B0-6319783BF0CF}"/>
              </a:ext>
            </a:extLst>
          </p:cNvPr>
          <p:cNvCxnSpPr>
            <a:cxnSpLocks/>
            <a:stCxn id="16" idx="3"/>
            <a:endCxn id="352" idx="5"/>
          </p:cNvCxnSpPr>
          <p:nvPr/>
        </p:nvCxnSpPr>
        <p:spPr>
          <a:xfrm>
            <a:off x="12015335" y="4162346"/>
            <a:ext cx="5805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353">
            <a:extLst>
              <a:ext uri="{FF2B5EF4-FFF2-40B4-BE49-F238E27FC236}">
                <a16:creationId xmlns:a16="http://schemas.microsoft.com/office/drawing/2014/main" id="{F6284D4D-F43C-2032-7516-D16B8103BC43}"/>
              </a:ext>
            </a:extLst>
          </p:cNvPr>
          <p:cNvCxnSpPr>
            <a:cxnSpLocks/>
            <a:stCxn id="352" idx="3"/>
          </p:cNvCxnSpPr>
          <p:nvPr/>
        </p:nvCxnSpPr>
        <p:spPr>
          <a:xfrm>
            <a:off x="13464807" y="4578898"/>
            <a:ext cx="0" cy="67702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353">
            <a:extLst>
              <a:ext uri="{FF2B5EF4-FFF2-40B4-BE49-F238E27FC236}">
                <a16:creationId xmlns:a16="http://schemas.microsoft.com/office/drawing/2014/main" id="{4FA09ABD-E3E4-5289-6574-FD4BC9574C4B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11997749" y="5387485"/>
            <a:ext cx="1467058" cy="6757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7" name="图形 386">
            <a:extLst>
              <a:ext uri="{FF2B5EF4-FFF2-40B4-BE49-F238E27FC236}">
                <a16:creationId xmlns:a16="http://schemas.microsoft.com/office/drawing/2014/main" id="{6F155258-7AFB-D600-CCD4-99B3F5F89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838354" y="4185597"/>
            <a:ext cx="3210963" cy="2140642"/>
          </a:xfrm>
          <a:prstGeom prst="rect">
            <a:avLst/>
          </a:prstGeom>
        </p:spPr>
      </p:pic>
      <p:cxnSp>
        <p:nvCxnSpPr>
          <p:cNvPr id="35" name="直接箭头连接符 353">
            <a:extLst>
              <a:ext uri="{FF2B5EF4-FFF2-40B4-BE49-F238E27FC236}">
                <a16:creationId xmlns:a16="http://schemas.microsoft.com/office/drawing/2014/main" id="{9F97166A-C879-A106-0F00-D14068AA579C}"/>
              </a:ext>
            </a:extLst>
          </p:cNvPr>
          <p:cNvCxnSpPr>
            <a:cxnSpLocks/>
            <a:stCxn id="376" idx="3"/>
            <a:endCxn id="353" idx="1"/>
          </p:cNvCxnSpPr>
          <p:nvPr/>
        </p:nvCxnSpPr>
        <p:spPr>
          <a:xfrm>
            <a:off x="14849821" y="4452267"/>
            <a:ext cx="5081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699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365</TotalTime>
  <Words>163</Words>
  <Application>Microsoft Macintosh PowerPoint</Application>
  <PresentationFormat>自定义</PresentationFormat>
  <Paragraphs>71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Times New Roman</vt:lpstr>
      <vt:lpstr>Wingdings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小路 绫</dc:creator>
  <cp:lastModifiedBy>T210463</cp:lastModifiedBy>
  <cp:revision>22</cp:revision>
  <cp:lastPrinted>2026-02-26T04:13:46Z</cp:lastPrinted>
  <dcterms:created xsi:type="dcterms:W3CDTF">2026-02-26T02:41:06Z</dcterms:created>
  <dcterms:modified xsi:type="dcterms:W3CDTF">2026-08-08T03:34:42Z</dcterms:modified>
</cp:coreProperties>
</file>