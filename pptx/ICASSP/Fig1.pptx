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</p:sldIdLst>
  <p:sldSz cx="156606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83" autoAdjust="0"/>
    <p:restoredTop sz="95868" autoAdjust="0"/>
  </p:normalViewPr>
  <p:slideViewPr>
    <p:cSldViewPr snapToGrid="0">
      <p:cViewPr>
        <p:scale>
          <a:sx n="72" d="100"/>
          <a:sy n="72" d="100"/>
        </p:scale>
        <p:origin x="127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7586" y="1060529"/>
            <a:ext cx="1174551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586" y="3403592"/>
            <a:ext cx="1174551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60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024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516" y="1615545"/>
            <a:ext cx="13507343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516" y="4336618"/>
            <a:ext cx="13507343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1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673" y="1725046"/>
            <a:ext cx="6655792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8224" y="1725046"/>
            <a:ext cx="6655792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4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2" y="345010"/>
            <a:ext cx="13507343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713" y="1588543"/>
            <a:ext cx="6625204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8713" y="2367064"/>
            <a:ext cx="6625204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28223" y="1588543"/>
            <a:ext cx="6657832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28223" y="2367064"/>
            <a:ext cx="6657832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95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73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84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3" y="432012"/>
            <a:ext cx="5050979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832" y="933026"/>
            <a:ext cx="7928223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8713" y="1944052"/>
            <a:ext cx="5050979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78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3" y="432012"/>
            <a:ext cx="5050979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57832" y="933026"/>
            <a:ext cx="7928223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8713" y="1944052"/>
            <a:ext cx="5050979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0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4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07180" y="345009"/>
            <a:ext cx="3376836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672" y="345009"/>
            <a:ext cx="9934749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1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6673" y="345010"/>
            <a:ext cx="1350734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6673" y="1725046"/>
            <a:ext cx="1350734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6672" y="6006163"/>
            <a:ext cx="352365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F3D53-E47D-4F75-B562-EAD23F7007C4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7603" y="6006163"/>
            <a:ext cx="528548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60361" y="6006163"/>
            <a:ext cx="352365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0C48F-2E19-482B-80B5-DA7AA35C90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06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jp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矩形: 圆角 534">
            <a:extLst>
              <a:ext uri="{FF2B5EF4-FFF2-40B4-BE49-F238E27FC236}">
                <a16:creationId xmlns:a16="http://schemas.microsoft.com/office/drawing/2014/main" id="{1092DFB6-1B77-7D82-A46E-83E5EAE18EC1}"/>
              </a:ext>
            </a:extLst>
          </p:cNvPr>
          <p:cNvSpPr/>
          <p:nvPr/>
        </p:nvSpPr>
        <p:spPr>
          <a:xfrm>
            <a:off x="2570654" y="5302278"/>
            <a:ext cx="6390088" cy="8868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ThyroidAgent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矩形: 圆角 535">
            <a:extLst>
              <a:ext uri="{FF2B5EF4-FFF2-40B4-BE49-F238E27FC236}">
                <a16:creationId xmlns:a16="http://schemas.microsoft.com/office/drawing/2014/main" id="{3ECD48AB-A847-761D-EF25-3A5AB76CB8F0}"/>
              </a:ext>
            </a:extLst>
          </p:cNvPr>
          <p:cNvSpPr/>
          <p:nvPr/>
        </p:nvSpPr>
        <p:spPr>
          <a:xfrm>
            <a:off x="200690" y="86372"/>
            <a:ext cx="11962084" cy="2189459"/>
          </a:xfrm>
          <a:prstGeom prst="roundRect">
            <a:avLst>
              <a:gd name="adj" fmla="val 2003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37" name="矩形: 圆角 536">
            <a:extLst>
              <a:ext uri="{FF2B5EF4-FFF2-40B4-BE49-F238E27FC236}">
                <a16:creationId xmlns:a16="http://schemas.microsoft.com/office/drawing/2014/main" id="{5A551A2F-6DF4-B648-EA62-D2B18172F347}"/>
              </a:ext>
            </a:extLst>
          </p:cNvPr>
          <p:cNvSpPr/>
          <p:nvPr/>
        </p:nvSpPr>
        <p:spPr>
          <a:xfrm>
            <a:off x="10425126" y="160029"/>
            <a:ext cx="1629247" cy="1373429"/>
          </a:xfrm>
          <a:prstGeom prst="roundRect">
            <a:avLst>
              <a:gd name="adj" fmla="val 7810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8" name="图片 537">
            <a:extLst>
              <a:ext uri="{FF2B5EF4-FFF2-40B4-BE49-F238E27FC236}">
                <a16:creationId xmlns:a16="http://schemas.microsoft.com/office/drawing/2014/main" id="{7CAA7FE4-F575-DD17-C52A-7F19107C8D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96" y="503520"/>
            <a:ext cx="1440000" cy="1260000"/>
          </a:xfrm>
          <a:prstGeom prst="rect">
            <a:avLst/>
          </a:prstGeom>
          <a:ln w="31750">
            <a:solidFill>
              <a:schemeClr val="accent1">
                <a:lumMod val="50000"/>
              </a:schemeClr>
            </a:solidFill>
          </a:ln>
        </p:spPr>
      </p:pic>
      <p:sp>
        <p:nvSpPr>
          <p:cNvPr id="539" name="矩形: 圆角 538">
            <a:extLst>
              <a:ext uri="{FF2B5EF4-FFF2-40B4-BE49-F238E27FC236}">
                <a16:creationId xmlns:a16="http://schemas.microsoft.com/office/drawing/2014/main" id="{E2D840F1-F4B9-1088-CB5D-FF27219C62FE}"/>
              </a:ext>
            </a:extLst>
          </p:cNvPr>
          <p:cNvSpPr/>
          <p:nvPr/>
        </p:nvSpPr>
        <p:spPr>
          <a:xfrm>
            <a:off x="2219870" y="526008"/>
            <a:ext cx="2340000" cy="126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Preprocessing</a:t>
            </a:r>
            <a:endParaRPr lang="zh-CN" alt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矩形: 圆角 539">
            <a:extLst>
              <a:ext uri="{FF2B5EF4-FFF2-40B4-BE49-F238E27FC236}">
                <a16:creationId xmlns:a16="http://schemas.microsoft.com/office/drawing/2014/main" id="{2B09E202-41AE-6C65-B993-01792DCCDD30}"/>
              </a:ext>
            </a:extLst>
          </p:cNvPr>
          <p:cNvSpPr/>
          <p:nvPr/>
        </p:nvSpPr>
        <p:spPr>
          <a:xfrm>
            <a:off x="5046960" y="584323"/>
            <a:ext cx="2340000" cy="12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 &amp; Feature Extraction</a:t>
            </a:r>
          </a:p>
        </p:txBody>
      </p:sp>
      <p:sp>
        <p:nvSpPr>
          <p:cNvPr id="541" name="矩形: 圆角 540">
            <a:extLst>
              <a:ext uri="{FF2B5EF4-FFF2-40B4-BE49-F238E27FC236}">
                <a16:creationId xmlns:a16="http://schemas.microsoft.com/office/drawing/2014/main" id="{A4289F3D-131E-7B67-73BE-49ECDE9639E6}"/>
              </a:ext>
            </a:extLst>
          </p:cNvPr>
          <p:cNvSpPr/>
          <p:nvPr/>
        </p:nvSpPr>
        <p:spPr>
          <a:xfrm>
            <a:off x="7879093" y="582039"/>
            <a:ext cx="2276724" cy="1260000"/>
          </a:xfrm>
          <a:prstGeom prst="roundRect">
            <a:avLst>
              <a:gd name="adj" fmla="val 16586"/>
            </a:avLst>
          </a:prstGeom>
          <a:solidFill>
            <a:schemeClr val="accent2">
              <a:lumMod val="20000"/>
              <a:lumOff val="80000"/>
            </a:schemeClr>
          </a:solidFill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/ Pixel Confidence</a:t>
            </a:r>
          </a:p>
        </p:txBody>
      </p:sp>
      <p:pic>
        <p:nvPicPr>
          <p:cNvPr id="542" name="图片 541">
            <a:extLst>
              <a:ext uri="{FF2B5EF4-FFF2-40B4-BE49-F238E27FC236}">
                <a16:creationId xmlns:a16="http://schemas.microsoft.com/office/drawing/2014/main" id="{AC3339B3-2151-6305-2956-784744A2C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758" y="535920"/>
            <a:ext cx="1403910" cy="972150"/>
          </a:xfrm>
          <a:prstGeom prst="rect">
            <a:avLst/>
          </a:prstGeom>
        </p:spPr>
      </p:pic>
      <p:sp>
        <p:nvSpPr>
          <p:cNvPr id="543" name="矩形: 圆角 542">
            <a:extLst>
              <a:ext uri="{FF2B5EF4-FFF2-40B4-BE49-F238E27FC236}">
                <a16:creationId xmlns:a16="http://schemas.microsoft.com/office/drawing/2014/main" id="{E09A1642-1C65-9389-A87D-DE9F0B7891E5}"/>
              </a:ext>
            </a:extLst>
          </p:cNvPr>
          <p:cNvSpPr/>
          <p:nvPr/>
        </p:nvSpPr>
        <p:spPr>
          <a:xfrm>
            <a:off x="10444373" y="1595079"/>
            <a:ext cx="1629247" cy="604783"/>
          </a:xfrm>
          <a:prstGeom prst="roundRect">
            <a:avLst>
              <a:gd name="adj" fmla="val 7810"/>
            </a:avLst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Label</a:t>
            </a:r>
          </a:p>
        </p:txBody>
      </p:sp>
      <p:sp>
        <p:nvSpPr>
          <p:cNvPr id="544" name="文本框 543">
            <a:extLst>
              <a:ext uri="{FF2B5EF4-FFF2-40B4-BE49-F238E27FC236}">
                <a16:creationId xmlns:a16="http://schemas.microsoft.com/office/drawing/2014/main" id="{7A380D78-CC81-3F33-9CB7-5932D11ACC22}"/>
              </a:ext>
            </a:extLst>
          </p:cNvPr>
          <p:cNvSpPr txBox="1"/>
          <p:nvPr/>
        </p:nvSpPr>
        <p:spPr>
          <a:xfrm>
            <a:off x="10412045" y="68306"/>
            <a:ext cx="16292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Mask</a:t>
            </a:r>
          </a:p>
        </p:txBody>
      </p:sp>
      <p:sp>
        <p:nvSpPr>
          <p:cNvPr id="545" name="左大括号 544">
            <a:extLst>
              <a:ext uri="{FF2B5EF4-FFF2-40B4-BE49-F238E27FC236}">
                <a16:creationId xmlns:a16="http://schemas.microsoft.com/office/drawing/2014/main" id="{F7BA5F82-31F4-4683-CD9B-753DF971983E}"/>
              </a:ext>
            </a:extLst>
          </p:cNvPr>
          <p:cNvSpPr/>
          <p:nvPr/>
        </p:nvSpPr>
        <p:spPr>
          <a:xfrm>
            <a:off x="10204946" y="252032"/>
            <a:ext cx="151171" cy="1920014"/>
          </a:xfrm>
          <a:prstGeom prst="leftBrace">
            <a:avLst>
              <a:gd name="adj1" fmla="val 92227"/>
              <a:gd name="adj2" fmla="val 522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4121902D-C443-4499-55BC-49EB12D934B3}"/>
              </a:ext>
            </a:extLst>
          </p:cNvPr>
          <p:cNvSpPr txBox="1"/>
          <p:nvPr/>
        </p:nvSpPr>
        <p:spPr>
          <a:xfrm>
            <a:off x="200689" y="1760862"/>
            <a:ext cx="6117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Traditional: Static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 process</a:t>
            </a:r>
          </a:p>
        </p:txBody>
      </p:sp>
      <p:sp>
        <p:nvSpPr>
          <p:cNvPr id="547" name="文本框 546">
            <a:extLst>
              <a:ext uri="{FF2B5EF4-FFF2-40B4-BE49-F238E27FC236}">
                <a16:creationId xmlns:a16="http://schemas.microsoft.com/office/drawing/2014/main" id="{1C091AF9-F186-D9C0-783C-816D7B46E30F}"/>
              </a:ext>
            </a:extLst>
          </p:cNvPr>
          <p:cNvSpPr txBox="1"/>
          <p:nvPr/>
        </p:nvSpPr>
        <p:spPr>
          <a:xfrm>
            <a:off x="243117" y="67854"/>
            <a:ext cx="1567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Image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文本框 547">
            <a:extLst>
              <a:ext uri="{FF2B5EF4-FFF2-40B4-BE49-F238E27FC236}">
                <a16:creationId xmlns:a16="http://schemas.microsoft.com/office/drawing/2014/main" id="{265261C6-0C60-680F-18C0-0AEDB7006D22}"/>
              </a:ext>
            </a:extLst>
          </p:cNvPr>
          <p:cNvSpPr txBox="1"/>
          <p:nvPr/>
        </p:nvSpPr>
        <p:spPr>
          <a:xfrm>
            <a:off x="433952" y="5958262"/>
            <a:ext cx="14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9" name="文本框 548">
            <a:extLst>
              <a:ext uri="{FF2B5EF4-FFF2-40B4-BE49-F238E27FC236}">
                <a16:creationId xmlns:a16="http://schemas.microsoft.com/office/drawing/2014/main" id="{66FC3FEE-7D1B-CDF1-4E5E-0035CA78958E}"/>
              </a:ext>
            </a:extLst>
          </p:cNvPr>
          <p:cNvSpPr txBox="1"/>
          <p:nvPr/>
        </p:nvSpPr>
        <p:spPr>
          <a:xfrm>
            <a:off x="7896281" y="3146766"/>
            <a:ext cx="1201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</a:p>
        </p:txBody>
      </p:sp>
      <p:sp>
        <p:nvSpPr>
          <p:cNvPr id="550" name="矩形: 圆角 549">
            <a:extLst>
              <a:ext uri="{FF2B5EF4-FFF2-40B4-BE49-F238E27FC236}">
                <a16:creationId xmlns:a16="http://schemas.microsoft.com/office/drawing/2014/main" id="{6FDB6C60-1601-5E76-3C08-AA36239F0EEA}"/>
              </a:ext>
            </a:extLst>
          </p:cNvPr>
          <p:cNvSpPr/>
          <p:nvPr/>
        </p:nvSpPr>
        <p:spPr>
          <a:xfrm>
            <a:off x="2455445" y="3061882"/>
            <a:ext cx="6743233" cy="3171048"/>
          </a:xfrm>
          <a:prstGeom prst="roundRect">
            <a:avLst>
              <a:gd name="adj" fmla="val 6639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2" name="矩形: 圆角 551">
            <a:extLst>
              <a:ext uri="{FF2B5EF4-FFF2-40B4-BE49-F238E27FC236}">
                <a16:creationId xmlns:a16="http://schemas.microsoft.com/office/drawing/2014/main" id="{25972D0D-C362-8355-28D9-08E479322B44}"/>
              </a:ext>
            </a:extLst>
          </p:cNvPr>
          <p:cNvSpPr/>
          <p:nvPr/>
        </p:nvSpPr>
        <p:spPr>
          <a:xfrm>
            <a:off x="200689" y="2389915"/>
            <a:ext cx="11941717" cy="4011922"/>
          </a:xfrm>
          <a:prstGeom prst="roundRect">
            <a:avLst>
              <a:gd name="adj" fmla="val 2003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pic>
        <p:nvPicPr>
          <p:cNvPr id="553" name="图片 552">
            <a:extLst>
              <a:ext uri="{FF2B5EF4-FFF2-40B4-BE49-F238E27FC236}">
                <a16:creationId xmlns:a16="http://schemas.microsoft.com/office/drawing/2014/main" id="{964F005F-F1EF-AF82-F3A8-EFF78C3F83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19" y="3032038"/>
            <a:ext cx="1440000" cy="1260000"/>
          </a:xfrm>
          <a:prstGeom prst="rect">
            <a:avLst/>
          </a:prstGeom>
          <a:ln w="31750">
            <a:solidFill>
              <a:schemeClr val="accent1">
                <a:lumMod val="50000"/>
              </a:schemeClr>
            </a:solidFill>
          </a:ln>
        </p:spPr>
      </p:pic>
      <p:sp>
        <p:nvSpPr>
          <p:cNvPr id="554" name="文本框 553">
            <a:extLst>
              <a:ext uri="{FF2B5EF4-FFF2-40B4-BE49-F238E27FC236}">
                <a16:creationId xmlns:a16="http://schemas.microsoft.com/office/drawing/2014/main" id="{097DAEB2-0D3C-540C-E8A6-3CC88A1932D4}"/>
              </a:ext>
            </a:extLst>
          </p:cNvPr>
          <p:cNvSpPr txBox="1"/>
          <p:nvPr/>
        </p:nvSpPr>
        <p:spPr>
          <a:xfrm>
            <a:off x="396353" y="4318641"/>
            <a:ext cx="1488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Image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箭头: 右 554">
            <a:extLst>
              <a:ext uri="{FF2B5EF4-FFF2-40B4-BE49-F238E27FC236}">
                <a16:creationId xmlns:a16="http://schemas.microsoft.com/office/drawing/2014/main" id="{671C9489-5EAA-7460-FB54-9F8565B3FDA3}"/>
              </a:ext>
            </a:extLst>
          </p:cNvPr>
          <p:cNvSpPr/>
          <p:nvPr/>
        </p:nvSpPr>
        <p:spPr>
          <a:xfrm rot="5400000">
            <a:off x="6416065" y="4613223"/>
            <a:ext cx="397106" cy="60585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56" name="文本框 555">
            <a:extLst>
              <a:ext uri="{FF2B5EF4-FFF2-40B4-BE49-F238E27FC236}">
                <a16:creationId xmlns:a16="http://schemas.microsoft.com/office/drawing/2014/main" id="{26BF4EA6-B617-9814-096E-3DED0D8F17EA}"/>
              </a:ext>
            </a:extLst>
          </p:cNvPr>
          <p:cNvSpPr txBox="1"/>
          <p:nvPr/>
        </p:nvSpPr>
        <p:spPr>
          <a:xfrm>
            <a:off x="6795145" y="4528095"/>
            <a:ext cx="911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 </a:t>
            </a:r>
          </a:p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7" name="箭头: 右 556">
            <a:extLst>
              <a:ext uri="{FF2B5EF4-FFF2-40B4-BE49-F238E27FC236}">
                <a16:creationId xmlns:a16="http://schemas.microsoft.com/office/drawing/2014/main" id="{B705CCDD-D82B-8F27-C3A8-174AF3284216}"/>
              </a:ext>
            </a:extLst>
          </p:cNvPr>
          <p:cNvSpPr/>
          <p:nvPr/>
        </p:nvSpPr>
        <p:spPr>
          <a:xfrm>
            <a:off x="6227941" y="4009973"/>
            <a:ext cx="380322" cy="362915"/>
          </a:xfrm>
          <a:prstGeom prst="rightArrow">
            <a:avLst>
              <a:gd name="adj1" fmla="val 44401"/>
              <a:gd name="adj2" fmla="val 54793"/>
            </a:avLst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58" name="矩形: 圆角 557">
            <a:extLst>
              <a:ext uri="{FF2B5EF4-FFF2-40B4-BE49-F238E27FC236}">
                <a16:creationId xmlns:a16="http://schemas.microsoft.com/office/drawing/2014/main" id="{A0C87D95-81D2-CA29-1F56-9D68AF16CB26}"/>
              </a:ext>
            </a:extLst>
          </p:cNvPr>
          <p:cNvSpPr/>
          <p:nvPr/>
        </p:nvSpPr>
        <p:spPr>
          <a:xfrm>
            <a:off x="4207243" y="3112617"/>
            <a:ext cx="1916576" cy="1287635"/>
          </a:xfrm>
          <a:prstGeom prst="roundRect">
            <a:avLst>
              <a:gd name="adj" fmla="val 10007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矩形: 圆角 561">
            <a:extLst>
              <a:ext uri="{FF2B5EF4-FFF2-40B4-BE49-F238E27FC236}">
                <a16:creationId xmlns:a16="http://schemas.microsoft.com/office/drawing/2014/main" id="{86177DFD-CE90-69A7-DB89-6BC52AAFFDDB}"/>
              </a:ext>
            </a:extLst>
          </p:cNvPr>
          <p:cNvSpPr/>
          <p:nvPr/>
        </p:nvSpPr>
        <p:spPr>
          <a:xfrm>
            <a:off x="9515001" y="3032038"/>
            <a:ext cx="2518039" cy="1853058"/>
          </a:xfrm>
          <a:prstGeom prst="roundRect">
            <a:avLst>
              <a:gd name="adj" fmla="val 7810"/>
            </a:avLst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Result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model </a:t>
            </a:r>
            <a:r>
              <a:rPr lang="en-US" altLang="zh-C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CDD52170-C5F4-1CBB-C834-6075E91548EF}"/>
              </a:ext>
            </a:extLst>
          </p:cNvPr>
          <p:cNvSpPr txBox="1"/>
          <p:nvPr/>
        </p:nvSpPr>
        <p:spPr>
          <a:xfrm>
            <a:off x="200690" y="2380776"/>
            <a:ext cx="6985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ThyroidAgent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Dynamic CAD process</a:t>
            </a:r>
          </a:p>
        </p:txBody>
      </p:sp>
      <p:sp>
        <p:nvSpPr>
          <p:cNvPr id="564" name="矩形: 圆角 563">
            <a:extLst>
              <a:ext uri="{FF2B5EF4-FFF2-40B4-BE49-F238E27FC236}">
                <a16:creationId xmlns:a16="http://schemas.microsoft.com/office/drawing/2014/main" id="{DD167D3B-FF9B-E1F3-8AE7-CDB8133BC32D}"/>
              </a:ext>
            </a:extLst>
          </p:cNvPr>
          <p:cNvSpPr/>
          <p:nvPr/>
        </p:nvSpPr>
        <p:spPr>
          <a:xfrm>
            <a:off x="12248186" y="67854"/>
            <a:ext cx="3227063" cy="6352073"/>
          </a:xfrm>
          <a:prstGeom prst="roundRect">
            <a:avLst>
              <a:gd name="adj" fmla="val 2003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65" name="文本框 564">
            <a:extLst>
              <a:ext uri="{FF2B5EF4-FFF2-40B4-BE49-F238E27FC236}">
                <a16:creationId xmlns:a16="http://schemas.microsoft.com/office/drawing/2014/main" id="{03BD8124-C119-F67F-1BE2-15D1997C3139}"/>
              </a:ext>
            </a:extLst>
          </p:cNvPr>
          <p:cNvSpPr txBox="1"/>
          <p:nvPr/>
        </p:nvSpPr>
        <p:spPr>
          <a:xfrm>
            <a:off x="12278183" y="95334"/>
            <a:ext cx="32200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consolidation</a:t>
            </a:r>
          </a:p>
        </p:txBody>
      </p:sp>
      <p:pic>
        <p:nvPicPr>
          <p:cNvPr id="566" name="图形 565" descr="数据库">
            <a:extLst>
              <a:ext uri="{FF2B5EF4-FFF2-40B4-BE49-F238E27FC236}">
                <a16:creationId xmlns:a16="http://schemas.microsoft.com/office/drawing/2014/main" id="{57136A11-4908-CF05-761A-1A5806FFC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77030" y="982942"/>
            <a:ext cx="914400" cy="914400"/>
          </a:xfrm>
          <a:prstGeom prst="rect">
            <a:avLst/>
          </a:prstGeom>
        </p:spPr>
      </p:pic>
      <p:pic>
        <p:nvPicPr>
          <p:cNvPr id="567" name="图形 566" descr="数据库">
            <a:extLst>
              <a:ext uri="{FF2B5EF4-FFF2-40B4-BE49-F238E27FC236}">
                <a16:creationId xmlns:a16="http://schemas.microsoft.com/office/drawing/2014/main" id="{DA523DE2-D77D-CD09-1E95-03A36197A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81397" y="1032441"/>
            <a:ext cx="914400" cy="914400"/>
          </a:xfrm>
          <a:prstGeom prst="rect">
            <a:avLst/>
          </a:prstGeom>
        </p:spPr>
      </p:pic>
      <p:pic>
        <p:nvPicPr>
          <p:cNvPr id="568" name="图形 567" descr="数据库">
            <a:extLst>
              <a:ext uri="{FF2B5EF4-FFF2-40B4-BE49-F238E27FC236}">
                <a16:creationId xmlns:a16="http://schemas.microsoft.com/office/drawing/2014/main" id="{658E6CB9-B9A1-E63F-4A8B-0CA8E1FE6D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02682" y="1323821"/>
            <a:ext cx="914400" cy="914400"/>
          </a:xfrm>
          <a:prstGeom prst="rect">
            <a:avLst/>
          </a:prstGeom>
        </p:spPr>
      </p:pic>
      <p:sp>
        <p:nvSpPr>
          <p:cNvPr id="569" name="文本框 568">
            <a:extLst>
              <a:ext uri="{FF2B5EF4-FFF2-40B4-BE49-F238E27FC236}">
                <a16:creationId xmlns:a16="http://schemas.microsoft.com/office/drawing/2014/main" id="{E4B47175-C4EF-4B2C-87C0-7EB9AF0F0679}"/>
              </a:ext>
            </a:extLst>
          </p:cNvPr>
          <p:cNvSpPr txBox="1"/>
          <p:nvPr/>
        </p:nvSpPr>
        <p:spPr>
          <a:xfrm>
            <a:off x="13543371" y="1127304"/>
            <a:ext cx="2071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 Collection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箭头: 右 569">
            <a:extLst>
              <a:ext uri="{FF2B5EF4-FFF2-40B4-BE49-F238E27FC236}">
                <a16:creationId xmlns:a16="http://schemas.microsoft.com/office/drawing/2014/main" id="{E70CE52F-14E7-336A-53A7-78DCF740BB4C}"/>
              </a:ext>
            </a:extLst>
          </p:cNvPr>
          <p:cNvSpPr/>
          <p:nvPr/>
        </p:nvSpPr>
        <p:spPr>
          <a:xfrm rot="5400000">
            <a:off x="13647743" y="1919691"/>
            <a:ext cx="397106" cy="60585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71" name="文本框 570">
            <a:extLst>
              <a:ext uri="{FF2B5EF4-FFF2-40B4-BE49-F238E27FC236}">
                <a16:creationId xmlns:a16="http://schemas.microsoft.com/office/drawing/2014/main" id="{A07692D8-AF20-006F-E389-351AA43CA58C}"/>
              </a:ext>
            </a:extLst>
          </p:cNvPr>
          <p:cNvSpPr txBox="1"/>
          <p:nvPr/>
        </p:nvSpPr>
        <p:spPr>
          <a:xfrm>
            <a:off x="13377082" y="2427127"/>
            <a:ext cx="22211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Seg &amp;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Labels,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Cross-Dataset Training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Evaluation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2" name="箭头: 右 571">
            <a:extLst>
              <a:ext uri="{FF2B5EF4-FFF2-40B4-BE49-F238E27FC236}">
                <a16:creationId xmlns:a16="http://schemas.microsoft.com/office/drawing/2014/main" id="{87D5F194-E72C-2FAE-E318-583203A00C34}"/>
              </a:ext>
            </a:extLst>
          </p:cNvPr>
          <p:cNvSpPr/>
          <p:nvPr/>
        </p:nvSpPr>
        <p:spPr>
          <a:xfrm rot="5400000">
            <a:off x="13656601" y="4353186"/>
            <a:ext cx="397106" cy="60585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73" name="文本框 572">
            <a:extLst>
              <a:ext uri="{FF2B5EF4-FFF2-40B4-BE49-F238E27FC236}">
                <a16:creationId xmlns:a16="http://schemas.microsoft.com/office/drawing/2014/main" id="{68E30F9E-AE0F-E115-8FB4-B617B93C061A}"/>
              </a:ext>
            </a:extLst>
          </p:cNvPr>
          <p:cNvSpPr txBox="1"/>
          <p:nvPr/>
        </p:nvSpPr>
        <p:spPr>
          <a:xfrm>
            <a:off x="13477094" y="4860411"/>
            <a:ext cx="2071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DataFactors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Affecting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4" name="组合 573">
            <a:extLst>
              <a:ext uri="{FF2B5EF4-FFF2-40B4-BE49-F238E27FC236}">
                <a16:creationId xmlns:a16="http://schemas.microsoft.com/office/drawing/2014/main" id="{084E7E5D-4FFE-7186-901E-CC560CA78056}"/>
              </a:ext>
            </a:extLst>
          </p:cNvPr>
          <p:cNvGrpSpPr>
            <a:grpSpLocks noChangeAspect="1"/>
          </p:cNvGrpSpPr>
          <p:nvPr/>
        </p:nvGrpSpPr>
        <p:grpSpPr>
          <a:xfrm>
            <a:off x="3173699" y="3477909"/>
            <a:ext cx="720000" cy="720000"/>
            <a:chOff x="7648279" y="16008"/>
            <a:chExt cx="936000" cy="936000"/>
          </a:xfrm>
        </p:grpSpPr>
        <p:sp>
          <p:nvSpPr>
            <p:cNvPr id="575" name="矩形: 圆角 574">
              <a:extLst>
                <a:ext uri="{FF2B5EF4-FFF2-40B4-BE49-F238E27FC236}">
                  <a16:creationId xmlns:a16="http://schemas.microsoft.com/office/drawing/2014/main" id="{F15B5684-A8CE-4734-1619-C71D9DCD33CB}"/>
                </a:ext>
              </a:extLst>
            </p:cNvPr>
            <p:cNvSpPr/>
            <p:nvPr/>
          </p:nvSpPr>
          <p:spPr>
            <a:xfrm>
              <a:off x="7648279" y="16008"/>
              <a:ext cx="936000" cy="936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pic>
          <p:nvPicPr>
            <p:cNvPr id="576" name="图形 575">
              <a:extLst>
                <a:ext uri="{FF2B5EF4-FFF2-40B4-BE49-F238E27FC236}">
                  <a16:creationId xmlns:a16="http://schemas.microsoft.com/office/drawing/2014/main" id="{23902D29-1054-2F9E-A2DE-D6B4FB848D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56279" y="120602"/>
              <a:ext cx="720000" cy="720000"/>
            </a:xfrm>
            <a:prstGeom prst="rect">
              <a:avLst/>
            </a:prstGeom>
          </p:spPr>
        </p:pic>
      </p:grp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FDF2BAD2-1E8A-5DBF-71AC-560FD665789A}"/>
              </a:ext>
            </a:extLst>
          </p:cNvPr>
          <p:cNvGrpSpPr>
            <a:grpSpLocks noChangeAspect="1"/>
          </p:cNvGrpSpPr>
          <p:nvPr/>
        </p:nvGrpSpPr>
        <p:grpSpPr>
          <a:xfrm>
            <a:off x="2959311" y="3279171"/>
            <a:ext cx="720000" cy="720000"/>
            <a:chOff x="5500954" y="382358"/>
            <a:chExt cx="936000" cy="936000"/>
          </a:xfrm>
        </p:grpSpPr>
        <p:sp>
          <p:nvSpPr>
            <p:cNvPr id="578" name="矩形: 圆角 577">
              <a:extLst>
                <a:ext uri="{FF2B5EF4-FFF2-40B4-BE49-F238E27FC236}">
                  <a16:creationId xmlns:a16="http://schemas.microsoft.com/office/drawing/2014/main" id="{8621A3DA-B9E1-4F44-1866-A8F83F184462}"/>
                </a:ext>
              </a:extLst>
            </p:cNvPr>
            <p:cNvSpPr/>
            <p:nvPr/>
          </p:nvSpPr>
          <p:spPr>
            <a:xfrm>
              <a:off x="5500954" y="382358"/>
              <a:ext cx="936000" cy="936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pic>
          <p:nvPicPr>
            <p:cNvPr id="579" name="图形 578">
              <a:extLst>
                <a:ext uri="{FF2B5EF4-FFF2-40B4-BE49-F238E27FC236}">
                  <a16:creationId xmlns:a16="http://schemas.microsoft.com/office/drawing/2014/main" id="{1021AAB1-6F25-3BB3-DE00-B99E89A7D9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4877" y="490358"/>
              <a:ext cx="720000" cy="720000"/>
            </a:xfrm>
            <a:prstGeom prst="rect">
              <a:avLst/>
            </a:prstGeom>
          </p:spPr>
        </p:pic>
      </p:grpSp>
      <p:grpSp>
        <p:nvGrpSpPr>
          <p:cNvPr id="580" name="组合 579">
            <a:extLst>
              <a:ext uri="{FF2B5EF4-FFF2-40B4-BE49-F238E27FC236}">
                <a16:creationId xmlns:a16="http://schemas.microsoft.com/office/drawing/2014/main" id="{5CDF95CB-DBB9-4798-9873-E3AD8C625E8B}"/>
              </a:ext>
            </a:extLst>
          </p:cNvPr>
          <p:cNvGrpSpPr/>
          <p:nvPr/>
        </p:nvGrpSpPr>
        <p:grpSpPr>
          <a:xfrm>
            <a:off x="2704333" y="3120962"/>
            <a:ext cx="720000" cy="720000"/>
            <a:chOff x="5232113" y="-223536"/>
            <a:chExt cx="936000" cy="936000"/>
          </a:xfrm>
        </p:grpSpPr>
        <p:sp>
          <p:nvSpPr>
            <p:cNvPr id="581" name="矩形: 圆角 580">
              <a:extLst>
                <a:ext uri="{FF2B5EF4-FFF2-40B4-BE49-F238E27FC236}">
                  <a16:creationId xmlns:a16="http://schemas.microsoft.com/office/drawing/2014/main" id="{62C731AE-41F5-C615-DA4D-EE926E156A54}"/>
                </a:ext>
              </a:extLst>
            </p:cNvPr>
            <p:cNvSpPr/>
            <p:nvPr/>
          </p:nvSpPr>
          <p:spPr>
            <a:xfrm>
              <a:off x="5232113" y="-223536"/>
              <a:ext cx="936000" cy="936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 dirty="0"/>
            </a:p>
          </p:txBody>
        </p:sp>
        <p:pic>
          <p:nvPicPr>
            <p:cNvPr id="582" name="图形 581">
              <a:extLst>
                <a:ext uri="{FF2B5EF4-FFF2-40B4-BE49-F238E27FC236}">
                  <a16:creationId xmlns:a16="http://schemas.microsoft.com/office/drawing/2014/main" id="{CDF65134-79E3-E2FB-BF07-30E47924DA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40113" y="-122300"/>
              <a:ext cx="720000" cy="720000"/>
            </a:xfrm>
            <a:prstGeom prst="rect">
              <a:avLst/>
            </a:prstGeom>
          </p:spPr>
        </p:pic>
      </p:grpSp>
      <p:pic>
        <p:nvPicPr>
          <p:cNvPr id="583" name="图形 582">
            <a:extLst>
              <a:ext uri="{FF2B5EF4-FFF2-40B4-BE49-F238E27FC236}">
                <a16:creationId xmlns:a16="http://schemas.microsoft.com/office/drawing/2014/main" id="{9640CA45-AB0C-60B3-9B95-1A6A24A79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26158" y="3871856"/>
            <a:ext cx="468000" cy="468000"/>
          </a:xfrm>
          <a:prstGeom prst="rect">
            <a:avLst/>
          </a:prstGeom>
        </p:spPr>
      </p:pic>
      <p:pic>
        <p:nvPicPr>
          <p:cNvPr id="584" name="图形 583">
            <a:extLst>
              <a:ext uri="{FF2B5EF4-FFF2-40B4-BE49-F238E27FC236}">
                <a16:creationId xmlns:a16="http://schemas.microsoft.com/office/drawing/2014/main" id="{D6D7F9E1-1CFC-8CB9-E16B-1592DBD3B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29190" y="3438892"/>
            <a:ext cx="576000" cy="576000"/>
          </a:xfrm>
          <a:prstGeom prst="rect">
            <a:avLst/>
          </a:prstGeom>
        </p:spPr>
      </p:pic>
      <p:pic>
        <p:nvPicPr>
          <p:cNvPr id="585" name="图形 584">
            <a:extLst>
              <a:ext uri="{FF2B5EF4-FFF2-40B4-BE49-F238E27FC236}">
                <a16:creationId xmlns:a16="http://schemas.microsoft.com/office/drawing/2014/main" id="{D1AE73F7-2A4B-5A0D-F318-3A9ECBB9B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61356" y="3444648"/>
            <a:ext cx="576000" cy="576000"/>
          </a:xfrm>
          <a:prstGeom prst="rect">
            <a:avLst/>
          </a:prstGeom>
        </p:spPr>
      </p:pic>
      <p:pic>
        <p:nvPicPr>
          <p:cNvPr id="586" name="图形 585">
            <a:extLst>
              <a:ext uri="{FF2B5EF4-FFF2-40B4-BE49-F238E27FC236}">
                <a16:creationId xmlns:a16="http://schemas.microsoft.com/office/drawing/2014/main" id="{1FD3AC2A-C434-9602-63EE-FC2DF651C2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00646" y="2841833"/>
            <a:ext cx="576000" cy="576000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484A8A7D-203B-F44C-BACD-163C6DAC7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769968" y="5454585"/>
            <a:ext cx="576000" cy="576000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70BBA7C7-49F9-B6D9-A701-D633AA5A9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297903" y="5569704"/>
            <a:ext cx="540000" cy="540000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205DD7FA-18E3-26B7-C53F-20A7F9F7B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58436" y="5070715"/>
            <a:ext cx="576000" cy="576000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0699FA11-A0B5-4546-809F-D4E3F7238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05204" y="5363723"/>
            <a:ext cx="792000" cy="792000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70BD6E97-749F-C8D9-4E78-E8F758F5F21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0872" y="4782508"/>
            <a:ext cx="1440000" cy="1260000"/>
          </a:xfrm>
          <a:prstGeom prst="rect">
            <a:avLst/>
          </a:prstGeom>
        </p:spPr>
      </p:pic>
      <p:sp>
        <p:nvSpPr>
          <p:cNvPr id="592" name="矩形: 圆角 591">
            <a:extLst>
              <a:ext uri="{FF2B5EF4-FFF2-40B4-BE49-F238E27FC236}">
                <a16:creationId xmlns:a16="http://schemas.microsoft.com/office/drawing/2014/main" id="{4E237C64-81CE-9918-A313-A9A94055EBE5}"/>
              </a:ext>
            </a:extLst>
          </p:cNvPr>
          <p:cNvSpPr/>
          <p:nvPr/>
        </p:nvSpPr>
        <p:spPr>
          <a:xfrm>
            <a:off x="10879147" y="4947376"/>
            <a:ext cx="1153893" cy="1279142"/>
          </a:xfrm>
          <a:prstGeom prst="roundRect">
            <a:avLst>
              <a:gd name="adj" fmla="val 7810"/>
            </a:avLst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Label</a:t>
            </a:r>
          </a:p>
        </p:txBody>
      </p:sp>
      <p:sp>
        <p:nvSpPr>
          <p:cNvPr id="593" name="矩形: 圆角 592">
            <a:extLst>
              <a:ext uri="{FF2B5EF4-FFF2-40B4-BE49-F238E27FC236}">
                <a16:creationId xmlns:a16="http://schemas.microsoft.com/office/drawing/2014/main" id="{498FE8B5-5E5B-217E-15F2-BEB800BBDA95}"/>
              </a:ext>
            </a:extLst>
          </p:cNvPr>
          <p:cNvSpPr/>
          <p:nvPr/>
        </p:nvSpPr>
        <p:spPr>
          <a:xfrm>
            <a:off x="9503400" y="4947375"/>
            <a:ext cx="1236390" cy="1285555"/>
          </a:xfrm>
          <a:prstGeom prst="roundRect">
            <a:avLst>
              <a:gd name="adj" fmla="val 7810"/>
            </a:avLst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4" name="图片 593">
            <a:extLst>
              <a:ext uri="{FF2B5EF4-FFF2-40B4-BE49-F238E27FC236}">
                <a16:creationId xmlns:a16="http://schemas.microsoft.com/office/drawing/2014/main" id="{85CCF333-E30B-624D-0783-EF7CA8F56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850" y="5317701"/>
            <a:ext cx="1007547" cy="784935"/>
          </a:xfrm>
          <a:prstGeom prst="rect">
            <a:avLst/>
          </a:prstGeom>
        </p:spPr>
      </p:pic>
      <p:sp>
        <p:nvSpPr>
          <p:cNvPr id="595" name="文本框 594">
            <a:extLst>
              <a:ext uri="{FF2B5EF4-FFF2-40B4-BE49-F238E27FC236}">
                <a16:creationId xmlns:a16="http://schemas.microsoft.com/office/drawing/2014/main" id="{66F7F94C-E5A1-3AF7-7DD1-645FE112F8D7}"/>
              </a:ext>
            </a:extLst>
          </p:cNvPr>
          <p:cNvSpPr txBox="1"/>
          <p:nvPr/>
        </p:nvSpPr>
        <p:spPr>
          <a:xfrm>
            <a:off x="9420336" y="4920409"/>
            <a:ext cx="14025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 Mask</a:t>
            </a:r>
          </a:p>
        </p:txBody>
      </p:sp>
      <p:sp>
        <p:nvSpPr>
          <p:cNvPr id="596" name="箭头: 右 595">
            <a:extLst>
              <a:ext uri="{FF2B5EF4-FFF2-40B4-BE49-F238E27FC236}">
                <a16:creationId xmlns:a16="http://schemas.microsoft.com/office/drawing/2014/main" id="{FC194A53-3BA6-9400-CAA3-55B83FF5EC6D}"/>
              </a:ext>
            </a:extLst>
          </p:cNvPr>
          <p:cNvSpPr/>
          <p:nvPr/>
        </p:nvSpPr>
        <p:spPr>
          <a:xfrm>
            <a:off x="1999253" y="3489000"/>
            <a:ext cx="370780" cy="57767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97" name="箭头: 右 596">
            <a:extLst>
              <a:ext uri="{FF2B5EF4-FFF2-40B4-BE49-F238E27FC236}">
                <a16:creationId xmlns:a16="http://schemas.microsoft.com/office/drawing/2014/main" id="{06B274C0-0554-5033-99EB-68F283BC7D20}"/>
              </a:ext>
            </a:extLst>
          </p:cNvPr>
          <p:cNvSpPr/>
          <p:nvPr/>
        </p:nvSpPr>
        <p:spPr>
          <a:xfrm>
            <a:off x="1980169" y="5497652"/>
            <a:ext cx="370780" cy="57767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98" name="箭头: 右 597">
            <a:extLst>
              <a:ext uri="{FF2B5EF4-FFF2-40B4-BE49-F238E27FC236}">
                <a16:creationId xmlns:a16="http://schemas.microsoft.com/office/drawing/2014/main" id="{4014CD9E-7691-76D0-E802-6F67F51700E6}"/>
              </a:ext>
            </a:extLst>
          </p:cNvPr>
          <p:cNvSpPr/>
          <p:nvPr/>
        </p:nvSpPr>
        <p:spPr>
          <a:xfrm>
            <a:off x="1839541" y="926937"/>
            <a:ext cx="370780" cy="57767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599" name="箭头: 右 598">
            <a:extLst>
              <a:ext uri="{FF2B5EF4-FFF2-40B4-BE49-F238E27FC236}">
                <a16:creationId xmlns:a16="http://schemas.microsoft.com/office/drawing/2014/main" id="{692671B8-9BE7-1538-3163-AEE631119C53}"/>
              </a:ext>
            </a:extLst>
          </p:cNvPr>
          <p:cNvSpPr/>
          <p:nvPr/>
        </p:nvSpPr>
        <p:spPr>
          <a:xfrm>
            <a:off x="4626832" y="925485"/>
            <a:ext cx="370780" cy="57767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600" name="箭头: 右 599">
            <a:extLst>
              <a:ext uri="{FF2B5EF4-FFF2-40B4-BE49-F238E27FC236}">
                <a16:creationId xmlns:a16="http://schemas.microsoft.com/office/drawing/2014/main" id="{567024A7-1487-63A5-3D1C-A293C7EC4537}"/>
              </a:ext>
            </a:extLst>
          </p:cNvPr>
          <p:cNvSpPr/>
          <p:nvPr/>
        </p:nvSpPr>
        <p:spPr>
          <a:xfrm>
            <a:off x="7441956" y="923201"/>
            <a:ext cx="370780" cy="577676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FF6540D9-2F1D-9F2E-E53B-F43422ED387D}"/>
              </a:ext>
            </a:extLst>
          </p:cNvPr>
          <p:cNvSpPr/>
          <p:nvPr/>
        </p:nvSpPr>
        <p:spPr>
          <a:xfrm>
            <a:off x="9225778" y="3032038"/>
            <a:ext cx="300398" cy="3193574"/>
          </a:xfrm>
          <a:prstGeom prst="leftBrace">
            <a:avLst>
              <a:gd name="adj1" fmla="val 95544"/>
              <a:gd name="adj2" fmla="val 52571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099D40B-40B5-BA33-EC05-54AFD1C178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30" y="3201389"/>
            <a:ext cx="720000" cy="720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47D98C7-421A-78CE-E8BD-1C19F4F4F38A}"/>
              </a:ext>
            </a:extLst>
          </p:cNvPr>
          <p:cNvSpPr txBox="1"/>
          <p:nvPr/>
        </p:nvSpPr>
        <p:spPr>
          <a:xfrm>
            <a:off x="4615987" y="3891542"/>
            <a:ext cx="1571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Radiomics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46675DE-4428-8C2A-29CB-648DA98E5F3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129" y="3138116"/>
            <a:ext cx="720000" cy="720000"/>
          </a:xfrm>
          <a:prstGeom prst="rect">
            <a:avLst/>
          </a:prstGeom>
        </p:spPr>
      </p:pic>
      <p:sp>
        <p:nvSpPr>
          <p:cNvPr id="22" name="箭头: 右 556">
            <a:extLst>
              <a:ext uri="{FF2B5EF4-FFF2-40B4-BE49-F238E27FC236}">
                <a16:creationId xmlns:a16="http://schemas.microsoft.com/office/drawing/2014/main" id="{E8273EF2-7CE8-DF02-39C5-6DF29A9DAFC1}"/>
              </a:ext>
            </a:extLst>
          </p:cNvPr>
          <p:cNvSpPr/>
          <p:nvPr/>
        </p:nvSpPr>
        <p:spPr>
          <a:xfrm rot="10800000">
            <a:off x="6672197" y="3180694"/>
            <a:ext cx="380322" cy="362915"/>
          </a:xfrm>
          <a:prstGeom prst="rightArrow">
            <a:avLst>
              <a:gd name="adj1" fmla="val 44401"/>
              <a:gd name="adj2" fmla="val 54793"/>
            </a:avLst>
          </a:prstGeom>
          <a:solidFill>
            <a:schemeClr val="bg1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FDAC91-9059-81AF-2F27-E6F948F88153}"/>
              </a:ext>
            </a:extLst>
          </p:cNvPr>
          <p:cNvSpPr txBox="1"/>
          <p:nvPr/>
        </p:nvSpPr>
        <p:spPr>
          <a:xfrm>
            <a:off x="4969648" y="3112617"/>
            <a:ext cx="126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2E977E8-E73C-6DD7-2ABB-94265ABADC1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075" y="3164531"/>
            <a:ext cx="360000" cy="360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F09AE75-115E-E8DB-EEFB-32F7D6E5888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76" y="4019945"/>
            <a:ext cx="388800" cy="360000"/>
          </a:xfrm>
          <a:prstGeom prst="rect">
            <a:avLst/>
          </a:prstGeom>
        </p:spPr>
      </p:pic>
      <p:sp>
        <p:nvSpPr>
          <p:cNvPr id="2" name="矩形: 圆角 557">
            <a:extLst>
              <a:ext uri="{FF2B5EF4-FFF2-40B4-BE49-F238E27FC236}">
                <a16:creationId xmlns:a16="http://schemas.microsoft.com/office/drawing/2014/main" id="{17E708DF-1B50-C3DD-72CF-26077055C114}"/>
              </a:ext>
            </a:extLst>
          </p:cNvPr>
          <p:cNvSpPr/>
          <p:nvPr/>
        </p:nvSpPr>
        <p:spPr>
          <a:xfrm>
            <a:off x="7199703" y="3135838"/>
            <a:ext cx="1916576" cy="1287635"/>
          </a:xfrm>
          <a:prstGeom prst="roundRect">
            <a:avLst>
              <a:gd name="adj" fmla="val 10007"/>
            </a:avLst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BD7068-AC23-5B37-4AA8-C374792D1220}"/>
              </a:ext>
            </a:extLst>
          </p:cNvPr>
          <p:cNvSpPr txBox="1"/>
          <p:nvPr/>
        </p:nvSpPr>
        <p:spPr>
          <a:xfrm>
            <a:off x="7221679" y="3960597"/>
            <a:ext cx="1876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</p:txBody>
      </p:sp>
      <p:sp>
        <p:nvSpPr>
          <p:cNvPr id="5" name="箭头: 右 554">
            <a:extLst>
              <a:ext uri="{FF2B5EF4-FFF2-40B4-BE49-F238E27FC236}">
                <a16:creationId xmlns:a16="http://schemas.microsoft.com/office/drawing/2014/main" id="{DE0CC9CA-C437-DC19-6033-42811E75B37F}"/>
              </a:ext>
            </a:extLst>
          </p:cNvPr>
          <p:cNvSpPr/>
          <p:nvPr/>
        </p:nvSpPr>
        <p:spPr>
          <a:xfrm rot="16200000">
            <a:off x="5216542" y="4583833"/>
            <a:ext cx="397106" cy="60585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7" name="箭头: 右 554">
            <a:extLst>
              <a:ext uri="{FF2B5EF4-FFF2-40B4-BE49-F238E27FC236}">
                <a16:creationId xmlns:a16="http://schemas.microsoft.com/office/drawing/2014/main" id="{0DE29681-33A0-3A61-F3AB-60E932E0871B}"/>
              </a:ext>
            </a:extLst>
          </p:cNvPr>
          <p:cNvSpPr/>
          <p:nvPr/>
        </p:nvSpPr>
        <p:spPr>
          <a:xfrm rot="16200000">
            <a:off x="7760237" y="4583833"/>
            <a:ext cx="397106" cy="60585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FCF619-2FEE-203A-2B0E-CFD2572C07A0}"/>
              </a:ext>
            </a:extLst>
          </p:cNvPr>
          <p:cNvSpPr txBox="1"/>
          <p:nvPr/>
        </p:nvSpPr>
        <p:spPr>
          <a:xfrm>
            <a:off x="4044361" y="4499805"/>
            <a:ext cx="1352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1" name="文本框 550">
            <a:extLst>
              <a:ext uri="{FF2B5EF4-FFF2-40B4-BE49-F238E27FC236}">
                <a16:creationId xmlns:a16="http://schemas.microsoft.com/office/drawing/2014/main" id="{B90DB467-D212-3476-FEB9-F3E6CFB681DA}"/>
              </a:ext>
            </a:extLst>
          </p:cNvPr>
          <p:cNvSpPr txBox="1"/>
          <p:nvPr/>
        </p:nvSpPr>
        <p:spPr>
          <a:xfrm>
            <a:off x="2383765" y="4191550"/>
            <a:ext cx="1898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Experts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7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</TotalTime>
  <Words>74</Words>
  <Application>Microsoft Macintosh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8</cp:revision>
  <dcterms:created xsi:type="dcterms:W3CDTF">2026-02-26T02:34:34Z</dcterms:created>
  <dcterms:modified xsi:type="dcterms:W3CDTF">2026-08-08T03:02:07Z</dcterms:modified>
</cp:coreProperties>
</file>