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8A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39"/>
    <p:restoredTop sz="94568"/>
  </p:normalViewPr>
  <p:slideViewPr>
    <p:cSldViewPr snapToGrid="0">
      <p:cViewPr varScale="1">
        <p:scale>
          <a:sx n="35" d="100"/>
          <a:sy n="35" d="100"/>
        </p:scale>
        <p:origin x="26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33F3-9C5C-C340-A500-16B97D2B5663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155825" y="1143000"/>
            <a:ext cx="2546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EE3B3-F54A-434E-BF51-91CA39BEF0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363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1pPr>
    <a:lvl2pPr marL="1261415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2pPr>
    <a:lvl3pPr marL="252283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3pPr>
    <a:lvl4pPr marL="378424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4pPr>
    <a:lvl5pPr marL="504565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5pPr>
    <a:lvl6pPr marL="630707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6pPr>
    <a:lvl7pPr marL="756848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7pPr>
    <a:lvl8pPr marL="882990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8pPr>
    <a:lvl9pPr marL="10091318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66494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88E2C-C1BA-6CE3-FA84-3147B52A4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D3591E-22DC-6FE2-E57C-DBE507EC7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C83B96-DA58-DB40-AB91-B6B6BAFE6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E2724CA-3845-AA2C-90A8-CB83F6A81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8766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4713405"/>
            <a:ext cx="20196096" cy="10026815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15126892"/>
            <a:ext cx="17820085" cy="6953434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808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09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7180114"/>
            <a:ext cx="20493097" cy="11980175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9273626"/>
            <a:ext cx="20493097" cy="6300091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795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535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1533362"/>
            <a:ext cx="20493097" cy="55667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7060106"/>
            <a:ext cx="10051640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10520155"/>
            <a:ext cx="10051640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7060106"/>
            <a:ext cx="10101143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10520155"/>
            <a:ext cx="10101143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543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8741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172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4146734"/>
            <a:ext cx="12028557" cy="20466969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04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4146734"/>
            <a:ext cx="12028557" cy="20466969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22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1512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1533356"/>
            <a:ext cx="5123274" cy="2440702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1533356"/>
            <a:ext cx="15072822" cy="2440702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768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1533362"/>
            <a:ext cx="20493097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7666780"/>
            <a:ext cx="20493097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7C5C5-9E2A-B947-86D8-0283AC7248AD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26693734"/>
            <a:ext cx="8019038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42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18" Type="http://schemas.openxmlformats.org/officeDocument/2006/relationships/image" Target="../media/image20.svg"/><Relationship Id="rId3" Type="http://schemas.openxmlformats.org/officeDocument/2006/relationships/image" Target="../media/image15.png"/><Relationship Id="rId21" Type="http://schemas.openxmlformats.org/officeDocument/2006/relationships/image" Target="../media/image23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9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2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svg"/><Relationship Id="rId5" Type="http://schemas.openxmlformats.org/officeDocument/2006/relationships/image" Target="../media/image1.svg"/><Relationship Id="rId15" Type="http://schemas.openxmlformats.org/officeDocument/2006/relationships/image" Target="../media/image11.svg"/><Relationship Id="rId23" Type="http://schemas.openxmlformats.org/officeDocument/2006/relationships/image" Target="../media/image25.png"/><Relationship Id="rId10" Type="http://schemas.openxmlformats.org/officeDocument/2006/relationships/image" Target="../media/image6.svg"/><Relationship Id="rId19" Type="http://schemas.openxmlformats.org/officeDocument/2006/relationships/image" Target="../media/image21.svg"/><Relationship Id="rId4" Type="http://schemas.openxmlformats.org/officeDocument/2006/relationships/image" Target="../media/image16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9537712E-8364-952C-BD0E-C0259502D607}"/>
              </a:ext>
            </a:extLst>
          </p:cNvPr>
          <p:cNvSpPr/>
          <p:nvPr/>
        </p:nvSpPr>
        <p:spPr>
          <a:xfrm>
            <a:off x="12120001" y="14388343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FBD33258-319E-E183-413A-5D8BFEA8F9A6}"/>
              </a:ext>
            </a:extLst>
          </p:cNvPr>
          <p:cNvSpPr/>
          <p:nvPr/>
        </p:nvSpPr>
        <p:spPr>
          <a:xfrm>
            <a:off x="12120001" y="12001607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99DFB233-51F7-2F47-38AE-347F774D559E}"/>
              </a:ext>
            </a:extLst>
          </p:cNvPr>
          <p:cNvSpPr/>
          <p:nvPr/>
        </p:nvSpPr>
        <p:spPr>
          <a:xfrm>
            <a:off x="7097675" y="16219721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E9595BD2-4256-6B06-BE93-A99034763FB6}"/>
              </a:ext>
            </a:extLst>
          </p:cNvPr>
          <p:cNvSpPr/>
          <p:nvPr/>
        </p:nvSpPr>
        <p:spPr>
          <a:xfrm>
            <a:off x="7118113" y="11780412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C2585215-A5AD-769C-7410-0509486E4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9A3D0CE-08A3-C7EC-4F41-05E075D72E40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90481-FF7D-F147-6260-5B43A3E676AA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F58429-4BF8-0A80-B036-4ABFEB82DC79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5C0BF6C-2CE6-8C2C-E547-5E6DF30321D4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0754F5-9AAC-37BF-FFC6-2ABE97224169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A47413-3D70-C1B5-8274-2CBBB83F3D3F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72F9CE-61D9-3E72-7D97-774C13CEEB2E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AD478E4-C602-C4AB-3A1B-00964A029F02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2B383E3-C8E8-9502-FF86-9B239B19D532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1ADB390-095B-3A5B-3064-D9986215D3E2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660A37F-2E32-E823-6821-5BDE8E9195F8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6DE93D6-89E7-D3C1-4EA9-232A87CE8F5E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3CE1A17-FBD5-02A7-1209-FBB06AD3D749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65C28B7-E831-9C8D-D028-0C1E04C07DA6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B85016-BA74-F836-9223-C224EC0FAC76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446B77-A407-7F04-8176-2EDB6985B104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B3EDA13-D3F0-FCAF-1E1A-39443D7B6FE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BF45A4B-498A-6A24-F7AC-51ED51B6AD9E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EE13FC-96C7-134B-3D83-E2E9021D0483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1B42F2D-60B3-0DBE-3B96-9124A4BA2527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8EF1D73-CEC3-E52C-509C-4A6C21C25C96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E87AAAF-D510-0F4B-ADCE-DE1584BFF287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9B897-0C31-9F5B-F9EA-BCB768B5B326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6632AE7-8E8C-18B0-59F5-6C9CE1827F30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6AEE7BB-B96E-1A06-E765-3B06150E19C2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34CB345-806D-2DB8-FBC4-DBEBBDD7E598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35E899F-2983-37FE-7D0B-D9CA6B19FC53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3A63F4D-76F8-4ACD-DA93-D49370A58CA8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F8A4726-D164-7AD1-16BA-F4BDDE99F7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5A0E630E-B9DC-81B0-B3FC-CA782B720045}"/>
              </a:ext>
            </a:extLst>
          </p:cNvPr>
          <p:cNvSpPr/>
          <p:nvPr/>
        </p:nvSpPr>
        <p:spPr>
          <a:xfrm>
            <a:off x="841262" y="14372958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37CE6070-273D-F085-4B6D-92F36564A6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5" y="14560118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71510180-4BF1-AECF-B0A7-EC3A08309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60" y="11981031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BD32F255-B0B9-4681-FF70-E0924FB9FA24}"/>
              </a:ext>
            </a:extLst>
          </p:cNvPr>
          <p:cNvSpPr/>
          <p:nvPr/>
        </p:nvSpPr>
        <p:spPr>
          <a:xfrm rot="5400000">
            <a:off x="3682045" y="10804394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45899B3-AF14-6CAB-334E-3193A088D0C7}"/>
              </a:ext>
            </a:extLst>
          </p:cNvPr>
          <p:cNvSpPr txBox="1"/>
          <p:nvPr/>
        </p:nvSpPr>
        <p:spPr>
          <a:xfrm>
            <a:off x="2158428" y="11687951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E32C66-C5B5-1ABB-915E-40EA32A00E05}"/>
              </a:ext>
            </a:extLst>
          </p:cNvPr>
          <p:cNvSpPr txBox="1"/>
          <p:nvPr/>
        </p:nvSpPr>
        <p:spPr>
          <a:xfrm>
            <a:off x="2181370" y="12503144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D13B79F2-E645-AB7A-D2E8-BA00F04EFC74}"/>
              </a:ext>
            </a:extLst>
          </p:cNvPr>
          <p:cNvCxnSpPr>
            <a:cxnSpLocks/>
          </p:cNvCxnSpPr>
          <p:nvPr/>
        </p:nvCxnSpPr>
        <p:spPr>
          <a:xfrm>
            <a:off x="1345318" y="13546413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6A135979-FB6A-8021-241A-4726C65E780D}"/>
              </a:ext>
            </a:extLst>
          </p:cNvPr>
          <p:cNvSpPr txBox="1"/>
          <p:nvPr/>
        </p:nvSpPr>
        <p:spPr>
          <a:xfrm>
            <a:off x="9035343" y="12184202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E0338A9E-2975-51D5-49EB-9E3A4DCBE0C3}"/>
              </a:ext>
            </a:extLst>
          </p:cNvPr>
          <p:cNvSpPr/>
          <p:nvPr/>
        </p:nvSpPr>
        <p:spPr>
          <a:xfrm>
            <a:off x="7108980" y="13672597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138F852-F153-4A95-7A48-0104BE7CD415}"/>
              </a:ext>
            </a:extLst>
          </p:cNvPr>
          <p:cNvSpPr txBox="1"/>
          <p:nvPr/>
        </p:nvSpPr>
        <p:spPr>
          <a:xfrm>
            <a:off x="8266033" y="16327098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F28AAD33-86C0-FED4-5C26-11B8EE90C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6556" y="14021517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64B25930-F435-CCD9-CC4E-7E0912086AE9}"/>
              </a:ext>
            </a:extLst>
          </p:cNvPr>
          <p:cNvSpPr txBox="1"/>
          <p:nvPr/>
        </p:nvSpPr>
        <p:spPr>
          <a:xfrm>
            <a:off x="7097675" y="13661985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6E86D27D-241A-8A8A-CB35-45C027C56049}"/>
              </a:ext>
            </a:extLst>
          </p:cNvPr>
          <p:cNvSpPr/>
          <p:nvPr/>
        </p:nvSpPr>
        <p:spPr>
          <a:xfrm>
            <a:off x="6508680" y="11882114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71B669D3-426E-AFA0-3B82-69FE384B5ED1}"/>
              </a:ext>
            </a:extLst>
          </p:cNvPr>
          <p:cNvSpPr/>
          <p:nvPr/>
        </p:nvSpPr>
        <p:spPr>
          <a:xfrm rot="10800000">
            <a:off x="11612963" y="11882114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DAF363C7-27CA-BCBF-9C85-3DD456F55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1196" y="12054059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BF4CC822-DE5E-E499-A9A2-464D75813395}"/>
              </a:ext>
            </a:extLst>
          </p:cNvPr>
          <p:cNvSpPr txBox="1"/>
          <p:nvPr/>
        </p:nvSpPr>
        <p:spPr>
          <a:xfrm>
            <a:off x="13331091" y="12002447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FCBC41D-4487-86B2-9682-618CA8736E7F}"/>
              </a:ext>
            </a:extLst>
          </p:cNvPr>
          <p:cNvSpPr txBox="1"/>
          <p:nvPr/>
        </p:nvSpPr>
        <p:spPr>
          <a:xfrm>
            <a:off x="14066298" y="12472062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682207AB-8556-9AE5-93D2-F2E8EDC059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0" y="12222060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444783CB-619F-B77B-C224-6874938CE079}"/>
              </a:ext>
            </a:extLst>
          </p:cNvPr>
          <p:cNvSpPr/>
          <p:nvPr/>
        </p:nvSpPr>
        <p:spPr>
          <a:xfrm>
            <a:off x="18140497" y="11947431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404C0A5-C747-3394-2DB9-9CA2E7F66F0D}"/>
              </a:ext>
            </a:extLst>
          </p:cNvPr>
          <p:cNvSpPr txBox="1"/>
          <p:nvPr/>
        </p:nvSpPr>
        <p:spPr>
          <a:xfrm>
            <a:off x="18919295" y="12006334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26644B44-316A-E521-0CE7-EFDDC79ED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7469" y="12132442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B7073FBE-F05F-CB93-ED36-FC598DF39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23035" y="16390151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4F1EF26-54F6-B2B1-17CF-4A788DC0ADD5}"/>
              </a:ext>
            </a:extLst>
          </p:cNvPr>
          <p:cNvSpPr txBox="1"/>
          <p:nvPr/>
        </p:nvSpPr>
        <p:spPr>
          <a:xfrm>
            <a:off x="18293454" y="13086549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0E934225-494B-CA64-2A41-22E564F02A4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8649" y="14605202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EA627267-E067-805C-BF89-9CCACF386691}"/>
              </a:ext>
            </a:extLst>
          </p:cNvPr>
          <p:cNvSpPr txBox="1"/>
          <p:nvPr/>
        </p:nvSpPr>
        <p:spPr>
          <a:xfrm>
            <a:off x="14441908" y="14788717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3C01ED94-3CB6-1C44-093C-5175249A6142}"/>
              </a:ext>
            </a:extLst>
          </p:cNvPr>
          <p:cNvSpPr/>
          <p:nvPr/>
        </p:nvSpPr>
        <p:spPr>
          <a:xfrm>
            <a:off x="12112801" y="16950743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871EBDD-F0C2-779B-3354-81D2E54E7B5A}"/>
              </a:ext>
            </a:extLst>
          </p:cNvPr>
          <p:cNvSpPr txBox="1"/>
          <p:nvPr/>
        </p:nvSpPr>
        <p:spPr>
          <a:xfrm>
            <a:off x="1853170" y="14658345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0DB2107-3666-51D4-0A44-B1E05357EE17}"/>
              </a:ext>
            </a:extLst>
          </p:cNvPr>
          <p:cNvSpPr txBox="1"/>
          <p:nvPr/>
        </p:nvSpPr>
        <p:spPr>
          <a:xfrm>
            <a:off x="12870836" y="17001643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AE167CA-3A20-AF6B-40D0-E5D2E7A65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96303" y="16961742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FE119821-A442-89E8-E5CD-7BEDA2897584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53391" y="15755279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D414B1FC-C5F6-18D4-EAD2-86694956BBD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8801" y="13394807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06844AF-C181-F540-30C6-FC6EA2804E41}"/>
              </a:ext>
            </a:extLst>
          </p:cNvPr>
          <p:cNvSpPr txBox="1"/>
          <p:nvPr/>
        </p:nvSpPr>
        <p:spPr>
          <a:xfrm>
            <a:off x="14066298" y="13542028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3DF8F070-4FEB-DE80-5E76-4C47611C6BAF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301601" y="16195638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7C33BB6E-418A-5934-B4C6-90748A9070E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7601" y="12698207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350AA9A-AD22-A8DD-7A6E-843263AFAD31}"/>
              </a:ext>
            </a:extLst>
          </p:cNvPr>
          <p:cNvSpPr txBox="1"/>
          <p:nvPr/>
        </p:nvSpPr>
        <p:spPr>
          <a:xfrm>
            <a:off x="16795353" y="12509742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B10235D6-449A-1BE3-8DDC-814960BD9D4C}"/>
              </a:ext>
            </a:extLst>
          </p:cNvPr>
          <p:cNvSpPr/>
          <p:nvPr/>
        </p:nvSpPr>
        <p:spPr>
          <a:xfrm>
            <a:off x="16972981" y="15161425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D5A68A6D-5397-584B-F6CA-B0E22ED3308A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8981" y="14110124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B3A62C91-EE32-514F-C202-755A39145C25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7454" y="15404400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CC7550E7-8B8C-F9BC-9F95-00F7F18B2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9094" y="16283177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D206D6B4-EBE5-5AE8-7F9D-29F72F5038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46226" y="15404400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AA27C5F1-1495-F3F6-F49D-2A370DD9600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975" y="16412361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4816F3BB-997A-6668-70B4-6CDE556BE52B}"/>
              </a:ext>
            </a:extLst>
          </p:cNvPr>
          <p:cNvSpPr txBox="1"/>
          <p:nvPr/>
        </p:nvSpPr>
        <p:spPr>
          <a:xfrm>
            <a:off x="19217358" y="15484599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31EFB46-36C0-28B8-CE28-33E0D386BC84}"/>
              </a:ext>
            </a:extLst>
          </p:cNvPr>
          <p:cNvSpPr txBox="1"/>
          <p:nvPr/>
        </p:nvSpPr>
        <p:spPr>
          <a:xfrm>
            <a:off x="0" y="1141537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AB5DE128-7E30-520B-2C99-E6367DE9371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189867" cy="5580000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FB8490F0-3F29-3C63-CB6E-3DFC98A065C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189867" cy="5580000"/>
          </a:xfrm>
          <a:prstGeom prst="rect">
            <a:avLst/>
          </a:prstGeom>
        </p:spPr>
      </p:pic>
      <p:pic>
        <p:nvPicPr>
          <p:cNvPr id="83" name="图片 82">
            <a:extLst>
              <a:ext uri="{FF2B5EF4-FFF2-40B4-BE49-F238E27FC236}">
                <a16:creationId xmlns:a16="http://schemas.microsoft.com/office/drawing/2014/main" id="{8ED14E48-AE94-3920-5545-C93C5902C4B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285322" cy="64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FF952FD-7074-9DD4-F7A7-4E09A24A474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368276" cy="6480000"/>
          </a:xfrm>
          <a:prstGeom prst="rect">
            <a:avLst/>
          </a:prstGeom>
        </p:spPr>
      </p:pic>
      <p:pic>
        <p:nvPicPr>
          <p:cNvPr id="85" name="图片 84">
            <a:extLst>
              <a:ext uri="{FF2B5EF4-FFF2-40B4-BE49-F238E27FC236}">
                <a16:creationId xmlns:a16="http://schemas.microsoft.com/office/drawing/2014/main" id="{C95C93D5-9D00-429F-3C1A-D1A8189542B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857639" cy="558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941BAEB6-3207-EBB4-E9F5-76B25B2DA9C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52195" cy="5580000"/>
          </a:xfrm>
          <a:prstGeom prst="rect">
            <a:avLst/>
          </a:prstGeom>
        </p:spPr>
      </p:pic>
      <p:pic>
        <p:nvPicPr>
          <p:cNvPr id="92" name="图形 91">
            <a:extLst>
              <a:ext uri="{FF2B5EF4-FFF2-40B4-BE49-F238E27FC236}">
                <a16:creationId xmlns:a16="http://schemas.microsoft.com/office/drawing/2014/main" id="{82696F3C-D361-A241-EF01-7B608C172C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60104" y="18183600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F79813F5-5061-0A56-EB83-009F76587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970214" y="18183600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D2A59D5A-E3B9-EAC4-66E8-6976B4CF8148}"/>
              </a:ext>
            </a:extLst>
          </p:cNvPr>
          <p:cNvSpPr txBox="1"/>
          <p:nvPr/>
        </p:nvSpPr>
        <p:spPr>
          <a:xfrm>
            <a:off x="408561" y="1811151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4271CCB-1407-C5FD-097F-C623AC0A4D60}"/>
              </a:ext>
            </a:extLst>
          </p:cNvPr>
          <p:cNvSpPr txBox="1"/>
          <p:nvPr/>
        </p:nvSpPr>
        <p:spPr>
          <a:xfrm>
            <a:off x="408561" y="19358194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20C2FA3-B998-BD25-584E-69729A173C67}"/>
              </a:ext>
            </a:extLst>
          </p:cNvPr>
          <p:cNvSpPr txBox="1"/>
          <p:nvPr/>
        </p:nvSpPr>
        <p:spPr>
          <a:xfrm>
            <a:off x="408561" y="2060487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6BCACCC-5E9D-EF1D-E0EC-A370E0B14271}"/>
              </a:ext>
            </a:extLst>
          </p:cNvPr>
          <p:cNvSpPr txBox="1"/>
          <p:nvPr/>
        </p:nvSpPr>
        <p:spPr>
          <a:xfrm>
            <a:off x="408561" y="2177228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8D95993-9325-FB92-94DF-A53DC6DD54CA}"/>
              </a:ext>
            </a:extLst>
          </p:cNvPr>
          <p:cNvSpPr txBox="1"/>
          <p:nvPr/>
        </p:nvSpPr>
        <p:spPr>
          <a:xfrm>
            <a:off x="408561" y="23018923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8C01E5EA-45FE-03E0-B8AA-B4A181789CF8}"/>
              </a:ext>
            </a:extLst>
          </p:cNvPr>
          <p:cNvSpPr txBox="1"/>
          <p:nvPr/>
        </p:nvSpPr>
        <p:spPr>
          <a:xfrm>
            <a:off x="2393470" y="23346000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9C9A093-49B1-4A29-9026-EE8ABCC4FCF8}"/>
              </a:ext>
            </a:extLst>
          </p:cNvPr>
          <p:cNvSpPr txBox="1"/>
          <p:nvPr/>
        </p:nvSpPr>
        <p:spPr>
          <a:xfrm>
            <a:off x="5366824" y="23346000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C84D4DC-A319-DDDB-43BB-32DD06693F68}"/>
              </a:ext>
            </a:extLst>
          </p:cNvPr>
          <p:cNvSpPr txBox="1"/>
          <p:nvPr/>
        </p:nvSpPr>
        <p:spPr>
          <a:xfrm>
            <a:off x="2158994" y="17779581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10D3608F-62F1-A45C-97B4-67F56139B03B}"/>
              </a:ext>
            </a:extLst>
          </p:cNvPr>
          <p:cNvSpPr txBox="1"/>
          <p:nvPr/>
        </p:nvSpPr>
        <p:spPr>
          <a:xfrm>
            <a:off x="1856691" y="18543751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D81AE06-B33F-30E8-471C-8DF8290BDDC5}"/>
              </a:ext>
            </a:extLst>
          </p:cNvPr>
          <p:cNvSpPr txBox="1"/>
          <p:nvPr/>
        </p:nvSpPr>
        <p:spPr>
          <a:xfrm>
            <a:off x="9341149" y="19902887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5D3DA1A-3F4F-3EC3-AB33-25F50331E127}"/>
              </a:ext>
            </a:extLst>
          </p:cNvPr>
          <p:cNvSpPr txBox="1"/>
          <p:nvPr/>
        </p:nvSpPr>
        <p:spPr>
          <a:xfrm>
            <a:off x="8465587" y="186759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8A60FF9-8CE3-6232-C5DB-8232448C38A2}"/>
              </a:ext>
            </a:extLst>
          </p:cNvPr>
          <p:cNvSpPr txBox="1"/>
          <p:nvPr/>
        </p:nvSpPr>
        <p:spPr>
          <a:xfrm>
            <a:off x="8465587" y="1933045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360C07-B327-1589-00F3-754DECF3B3DF}"/>
              </a:ext>
            </a:extLst>
          </p:cNvPr>
          <p:cNvSpPr txBox="1"/>
          <p:nvPr/>
        </p:nvSpPr>
        <p:spPr>
          <a:xfrm>
            <a:off x="8465587" y="200164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E1703312-870D-47A6-F866-910A3BF539BE}"/>
              </a:ext>
            </a:extLst>
          </p:cNvPr>
          <p:cNvSpPr txBox="1"/>
          <p:nvPr/>
        </p:nvSpPr>
        <p:spPr>
          <a:xfrm>
            <a:off x="8465587" y="2065186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57CC674-58CA-BD01-E65C-900CCF759C4E}"/>
              </a:ext>
            </a:extLst>
          </p:cNvPr>
          <p:cNvSpPr txBox="1"/>
          <p:nvPr/>
        </p:nvSpPr>
        <p:spPr>
          <a:xfrm>
            <a:off x="8465587" y="2132732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99F5B73E-0447-6497-9635-CB8BC21E0780}"/>
              </a:ext>
            </a:extLst>
          </p:cNvPr>
          <p:cNvSpPr txBox="1"/>
          <p:nvPr/>
        </p:nvSpPr>
        <p:spPr>
          <a:xfrm>
            <a:off x="8465587" y="2196546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F46FFEE-8BB9-ED2D-9DE9-E3CF576645E3}"/>
              </a:ext>
            </a:extLst>
          </p:cNvPr>
          <p:cNvSpPr txBox="1"/>
          <p:nvPr/>
        </p:nvSpPr>
        <p:spPr>
          <a:xfrm>
            <a:off x="8465587" y="2266505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CF97D09E-742D-EFDB-3812-A08EBD2B661C}"/>
              </a:ext>
            </a:extLst>
          </p:cNvPr>
          <p:cNvSpPr txBox="1"/>
          <p:nvPr/>
        </p:nvSpPr>
        <p:spPr>
          <a:xfrm rot="16200000">
            <a:off x="-1749666" y="2047769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371B98D-9856-E995-1A2F-F50E1BFFF2DE}"/>
              </a:ext>
            </a:extLst>
          </p:cNvPr>
          <p:cNvSpPr txBox="1"/>
          <p:nvPr/>
        </p:nvSpPr>
        <p:spPr>
          <a:xfrm rot="16200000">
            <a:off x="6327697" y="2041582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341D9F0-0F05-0562-3340-EAD2E43B2A49}"/>
              </a:ext>
            </a:extLst>
          </p:cNvPr>
          <p:cNvSpPr txBox="1"/>
          <p:nvPr/>
        </p:nvSpPr>
        <p:spPr>
          <a:xfrm>
            <a:off x="9835473" y="23461899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2F4CA88-71B6-5A1E-B2E5-78A0630BC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8512375" y="18183600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8AC1F7A7-D3CB-379E-D21B-478314608389}"/>
              </a:ext>
            </a:extLst>
          </p:cNvPr>
          <p:cNvSpPr txBox="1"/>
          <p:nvPr/>
        </p:nvSpPr>
        <p:spPr>
          <a:xfrm rot="16200000">
            <a:off x="15776982" y="20378097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401D415-1FAA-C2D0-6FE5-8AC734FE3AD3}"/>
              </a:ext>
            </a:extLst>
          </p:cNvPr>
          <p:cNvSpPr txBox="1"/>
          <p:nvPr/>
        </p:nvSpPr>
        <p:spPr>
          <a:xfrm>
            <a:off x="17950720" y="181226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6AE8C37-604B-1116-AE87-F8D00CE9C993}"/>
              </a:ext>
            </a:extLst>
          </p:cNvPr>
          <p:cNvSpPr txBox="1"/>
          <p:nvPr/>
        </p:nvSpPr>
        <p:spPr>
          <a:xfrm>
            <a:off x="17950720" y="1906170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7DA2D61-2B0C-B67B-5CF7-1CB012CEED6F}"/>
              </a:ext>
            </a:extLst>
          </p:cNvPr>
          <p:cNvSpPr txBox="1"/>
          <p:nvPr/>
        </p:nvSpPr>
        <p:spPr>
          <a:xfrm>
            <a:off x="17950720" y="199705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4D44B129-530C-E042-57E8-4948C17CFD2B}"/>
              </a:ext>
            </a:extLst>
          </p:cNvPr>
          <p:cNvSpPr txBox="1"/>
          <p:nvPr/>
        </p:nvSpPr>
        <p:spPr>
          <a:xfrm>
            <a:off x="17950720" y="209726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033718AB-E017-10CE-340F-5ED78C8FF0F1}"/>
              </a:ext>
            </a:extLst>
          </p:cNvPr>
          <p:cNvSpPr txBox="1"/>
          <p:nvPr/>
        </p:nvSpPr>
        <p:spPr>
          <a:xfrm>
            <a:off x="17950720" y="219255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D9011BB-62EB-30F0-1443-C684E3A17FC7}"/>
              </a:ext>
            </a:extLst>
          </p:cNvPr>
          <p:cNvSpPr txBox="1"/>
          <p:nvPr/>
        </p:nvSpPr>
        <p:spPr>
          <a:xfrm>
            <a:off x="17950720" y="2284602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430CE81-96FC-46F6-F1A0-DDEA1B3BD793}"/>
              </a:ext>
            </a:extLst>
          </p:cNvPr>
          <p:cNvSpPr txBox="1"/>
          <p:nvPr/>
        </p:nvSpPr>
        <p:spPr>
          <a:xfrm>
            <a:off x="18826506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DE2303F-F523-6959-9E29-562AE1DDED69}"/>
              </a:ext>
            </a:extLst>
          </p:cNvPr>
          <p:cNvSpPr txBox="1"/>
          <p:nvPr/>
        </p:nvSpPr>
        <p:spPr>
          <a:xfrm>
            <a:off x="21005053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750621B-6965-0A22-2961-C7A2EF2D68CE}"/>
              </a:ext>
            </a:extLst>
          </p:cNvPr>
          <p:cNvSpPr txBox="1"/>
          <p:nvPr/>
        </p:nvSpPr>
        <p:spPr>
          <a:xfrm>
            <a:off x="0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9119959-0108-187D-25DF-FC6788D254F1}"/>
              </a:ext>
            </a:extLst>
          </p:cNvPr>
          <p:cNvSpPr txBox="1"/>
          <p:nvPr/>
        </p:nvSpPr>
        <p:spPr>
          <a:xfrm>
            <a:off x="8737064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30DF011-5F1E-941D-DD15-C038D98396FB}"/>
              </a:ext>
            </a:extLst>
          </p:cNvPr>
          <p:cNvSpPr txBox="1"/>
          <p:nvPr/>
        </p:nvSpPr>
        <p:spPr>
          <a:xfrm>
            <a:off x="17725297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47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2A13B-DF54-4C13-624A-8A22F496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图片 82">
            <a:extLst>
              <a:ext uri="{FF2B5EF4-FFF2-40B4-BE49-F238E27FC236}">
                <a16:creationId xmlns:a16="http://schemas.microsoft.com/office/drawing/2014/main" id="{64FFB2C2-2F1C-AB43-DA73-2DCAE3723A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11865944"/>
            <a:ext cx="6285322" cy="64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5072FBFA-D1EE-524F-B92F-75A30EB3C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11865944"/>
            <a:ext cx="6368276" cy="6480000"/>
          </a:xfrm>
          <a:prstGeom prst="rect">
            <a:avLst/>
          </a:prstGeom>
        </p:spPr>
      </p:pic>
      <p:sp>
        <p:nvSpPr>
          <p:cNvPr id="4" name="圆角矩形 3">
            <a:extLst>
              <a:ext uri="{FF2B5EF4-FFF2-40B4-BE49-F238E27FC236}">
                <a16:creationId xmlns:a16="http://schemas.microsoft.com/office/drawing/2014/main" id="{F0D1C4C1-E1A3-C443-71DA-A28FF5D066D0}"/>
              </a:ext>
            </a:extLst>
          </p:cNvPr>
          <p:cNvSpPr/>
          <p:nvPr/>
        </p:nvSpPr>
        <p:spPr>
          <a:xfrm>
            <a:off x="12113396" y="2963434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EE08FA9-35DF-D3E6-3DC9-B4B360D031BF}"/>
              </a:ext>
            </a:extLst>
          </p:cNvPr>
          <p:cNvSpPr/>
          <p:nvPr/>
        </p:nvSpPr>
        <p:spPr>
          <a:xfrm>
            <a:off x="12113396" y="576698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530AC87-0308-A6AE-E217-3D18D692B5EA}"/>
              </a:ext>
            </a:extLst>
          </p:cNvPr>
          <p:cNvSpPr/>
          <p:nvPr/>
        </p:nvSpPr>
        <p:spPr>
          <a:xfrm>
            <a:off x="7091070" y="4794812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8B6F13-8164-53AC-BD00-FB8DD483FB0E}"/>
              </a:ext>
            </a:extLst>
          </p:cNvPr>
          <p:cNvSpPr/>
          <p:nvPr/>
        </p:nvSpPr>
        <p:spPr>
          <a:xfrm>
            <a:off x="7111508" y="355503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76B7D927-D765-32D4-F335-5BEB0176E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9276" y="11852517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57A8139-2F87-D30F-233A-C1DA095B0BCE}"/>
              </a:ext>
            </a:extLst>
          </p:cNvPr>
          <p:cNvSpPr txBox="1"/>
          <p:nvPr/>
        </p:nvSpPr>
        <p:spPr>
          <a:xfrm>
            <a:off x="70979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ADC145-D3AB-CF7D-65A5-2C6944D1A12A}"/>
              </a:ext>
            </a:extLst>
          </p:cNvPr>
          <p:cNvSpPr txBox="1"/>
          <p:nvPr/>
        </p:nvSpPr>
        <p:spPr>
          <a:xfrm>
            <a:off x="6312450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456B5F-A1DE-AA5F-3EFD-E8D82EB544DC}"/>
              </a:ext>
            </a:extLst>
          </p:cNvPr>
          <p:cNvSpPr txBox="1"/>
          <p:nvPr/>
        </p:nvSpPr>
        <p:spPr>
          <a:xfrm>
            <a:off x="-12092" y="1171315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F1A3FA-F549-4FCA-8B58-AD6D1291D0E1}"/>
              </a:ext>
            </a:extLst>
          </p:cNvPr>
          <p:cNvSpPr txBox="1"/>
          <p:nvPr/>
        </p:nvSpPr>
        <p:spPr>
          <a:xfrm>
            <a:off x="10381497" y="11939889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721602-F443-D3DF-5F6A-28C6325E2507}"/>
              </a:ext>
            </a:extLst>
          </p:cNvPr>
          <p:cNvSpPr txBox="1"/>
          <p:nvPr/>
        </p:nvSpPr>
        <p:spPr>
          <a:xfrm>
            <a:off x="17209038" y="119415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209AC5-82B2-B594-FEEE-043CB0BB11FE}"/>
              </a:ext>
            </a:extLst>
          </p:cNvPr>
          <p:cNvSpPr txBox="1"/>
          <p:nvPr/>
        </p:nvSpPr>
        <p:spPr>
          <a:xfrm>
            <a:off x="9634761" y="1177207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09FF49-BCE9-D13D-1BE2-F6710ADF46ED}"/>
              </a:ext>
            </a:extLst>
          </p:cNvPr>
          <p:cNvSpPr txBox="1"/>
          <p:nvPr/>
        </p:nvSpPr>
        <p:spPr>
          <a:xfrm>
            <a:off x="9691160" y="1708475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C2FE55B-4808-4A5A-F342-648AC9EF80A4}"/>
              </a:ext>
            </a:extLst>
          </p:cNvPr>
          <p:cNvSpPr txBox="1"/>
          <p:nvPr/>
        </p:nvSpPr>
        <p:spPr>
          <a:xfrm rot="16200000">
            <a:off x="8776816" y="14443388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D5DA966-5DAE-4B87-B8C2-90029F90043A}"/>
              </a:ext>
            </a:extLst>
          </p:cNvPr>
          <p:cNvSpPr txBox="1"/>
          <p:nvPr/>
        </p:nvSpPr>
        <p:spPr>
          <a:xfrm>
            <a:off x="32400" y="1229892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86F0CFE-ED66-DE8F-8695-BE5C36BDC656}"/>
              </a:ext>
            </a:extLst>
          </p:cNvPr>
          <p:cNvSpPr txBox="1"/>
          <p:nvPr/>
        </p:nvSpPr>
        <p:spPr>
          <a:xfrm>
            <a:off x="32400" y="127647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5EC88AB-425B-5959-E651-E1888D8432CD}"/>
              </a:ext>
            </a:extLst>
          </p:cNvPr>
          <p:cNvSpPr txBox="1"/>
          <p:nvPr/>
        </p:nvSpPr>
        <p:spPr>
          <a:xfrm>
            <a:off x="32400" y="132432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14F1BA-6A05-77B3-6A67-CE6C39902DE7}"/>
              </a:ext>
            </a:extLst>
          </p:cNvPr>
          <p:cNvSpPr txBox="1"/>
          <p:nvPr/>
        </p:nvSpPr>
        <p:spPr>
          <a:xfrm>
            <a:off x="32400" y="13688839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F267EC-56F1-8491-3CB7-BA59A5451F77}"/>
              </a:ext>
            </a:extLst>
          </p:cNvPr>
          <p:cNvSpPr txBox="1"/>
          <p:nvPr/>
        </p:nvSpPr>
        <p:spPr>
          <a:xfrm>
            <a:off x="32400" y="1417604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534B23-16F2-2C69-CAA5-4D683E190756}"/>
              </a:ext>
            </a:extLst>
          </p:cNvPr>
          <p:cNvSpPr txBox="1"/>
          <p:nvPr/>
        </p:nvSpPr>
        <p:spPr>
          <a:xfrm>
            <a:off x="32400" y="1464455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52E8A49-0C9A-FEF3-EDBF-8C616249D0B5}"/>
              </a:ext>
            </a:extLst>
          </p:cNvPr>
          <p:cNvSpPr txBox="1"/>
          <p:nvPr/>
        </p:nvSpPr>
        <p:spPr>
          <a:xfrm>
            <a:off x="32400" y="1508741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6DCBFA-D339-4D55-05A4-4504F62C08CF}"/>
              </a:ext>
            </a:extLst>
          </p:cNvPr>
          <p:cNvSpPr txBox="1"/>
          <p:nvPr/>
        </p:nvSpPr>
        <p:spPr>
          <a:xfrm>
            <a:off x="32400" y="1558657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1AE1DC4-7371-E8C2-C6C2-0E26EBF28264}"/>
              </a:ext>
            </a:extLst>
          </p:cNvPr>
          <p:cNvSpPr txBox="1"/>
          <p:nvPr/>
        </p:nvSpPr>
        <p:spPr>
          <a:xfrm>
            <a:off x="32400" y="1608573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B85E42-CE8D-E615-DCCD-04879AEF157C}"/>
              </a:ext>
            </a:extLst>
          </p:cNvPr>
          <p:cNvSpPr txBox="1"/>
          <p:nvPr/>
        </p:nvSpPr>
        <p:spPr>
          <a:xfrm>
            <a:off x="32400" y="1656064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C604CF4-DEC3-F77A-F2EB-A11ED6722DF9}"/>
              </a:ext>
            </a:extLst>
          </p:cNvPr>
          <p:cNvSpPr txBox="1"/>
          <p:nvPr/>
        </p:nvSpPr>
        <p:spPr>
          <a:xfrm>
            <a:off x="2742133" y="1730051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0E8C9B2-7FC4-BF84-26E5-90134213BEFB}"/>
              </a:ext>
            </a:extLst>
          </p:cNvPr>
          <p:cNvSpPr txBox="1"/>
          <p:nvPr/>
        </p:nvSpPr>
        <p:spPr>
          <a:xfrm>
            <a:off x="3776063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E354DB6-8FD8-5E6F-5611-04999419A6B2}"/>
              </a:ext>
            </a:extLst>
          </p:cNvPr>
          <p:cNvSpPr txBox="1"/>
          <p:nvPr/>
        </p:nvSpPr>
        <p:spPr>
          <a:xfrm>
            <a:off x="482793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84D924-729B-3B3B-59D9-AA212A6FB966}"/>
              </a:ext>
            </a:extLst>
          </p:cNvPr>
          <p:cNvSpPr txBox="1"/>
          <p:nvPr/>
        </p:nvSpPr>
        <p:spPr>
          <a:xfrm>
            <a:off x="586186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FB52AB-A284-415E-186E-45C8B803E057}"/>
              </a:ext>
            </a:extLst>
          </p:cNvPr>
          <p:cNvSpPr txBox="1"/>
          <p:nvPr/>
        </p:nvSpPr>
        <p:spPr>
          <a:xfrm>
            <a:off x="6907606" y="1730294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FAB27DF-C36E-7AB8-3190-0D41CDBC4AAA}"/>
              </a:ext>
            </a:extLst>
          </p:cNvPr>
          <p:cNvSpPr txBox="1"/>
          <p:nvPr/>
        </p:nvSpPr>
        <p:spPr>
          <a:xfrm>
            <a:off x="7947661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5BC36E2-DE34-C4E8-8AD3-D3621AB41047}"/>
              </a:ext>
            </a:extLst>
          </p:cNvPr>
          <p:cNvSpPr txBox="1"/>
          <p:nvPr/>
        </p:nvSpPr>
        <p:spPr>
          <a:xfrm>
            <a:off x="8987716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5F54CA9-C12E-6184-6F0F-1D2724BE7C6D}"/>
              </a:ext>
            </a:extLst>
          </p:cNvPr>
          <p:cNvSpPr txBox="1"/>
          <p:nvPr/>
        </p:nvSpPr>
        <p:spPr>
          <a:xfrm>
            <a:off x="4094887" y="17293890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EDFBDCE-0AA8-7148-6D50-0BEC797AF81E}"/>
              </a:ext>
            </a:extLst>
          </p:cNvPr>
          <p:cNvSpPr txBox="1"/>
          <p:nvPr/>
        </p:nvSpPr>
        <p:spPr>
          <a:xfrm>
            <a:off x="2710697" y="17608080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D46A43D-D3DD-7158-CFE7-F756045B299F}"/>
              </a:ext>
            </a:extLst>
          </p:cNvPr>
          <p:cNvSpPr txBox="1"/>
          <p:nvPr/>
        </p:nvSpPr>
        <p:spPr>
          <a:xfrm>
            <a:off x="12229304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8A1A36-84CB-FF9B-9DC8-D782E3168D6A}"/>
              </a:ext>
            </a:extLst>
          </p:cNvPr>
          <p:cNvSpPr txBox="1"/>
          <p:nvPr/>
        </p:nvSpPr>
        <p:spPr>
          <a:xfrm>
            <a:off x="18027281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FDC6EDDD-0824-A453-0DF6-651DD7ACB0FB}"/>
              </a:ext>
            </a:extLst>
          </p:cNvPr>
          <p:cNvSpPr/>
          <p:nvPr/>
        </p:nvSpPr>
        <p:spPr>
          <a:xfrm>
            <a:off x="834657" y="2948049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D63757E1-A121-D656-C1F7-E30A7FF13A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20" y="3135209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A6D1C731-6687-3FE2-BEB8-B3E8EFC29B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9455" y="556122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6B22F2EC-4415-E0F6-BE7E-F454831DD3AA}"/>
              </a:ext>
            </a:extLst>
          </p:cNvPr>
          <p:cNvSpPr/>
          <p:nvPr/>
        </p:nvSpPr>
        <p:spPr>
          <a:xfrm rot="5400000">
            <a:off x="3675440" y="-620515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DF2CB3-5CDC-E12F-7B22-CF80C5362ACD}"/>
              </a:ext>
            </a:extLst>
          </p:cNvPr>
          <p:cNvSpPr txBox="1"/>
          <p:nvPr/>
        </p:nvSpPr>
        <p:spPr>
          <a:xfrm>
            <a:off x="2151823" y="263042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C35EA58-8BBF-DC69-A1BD-A6E527DCBC92}"/>
              </a:ext>
            </a:extLst>
          </p:cNvPr>
          <p:cNvSpPr txBox="1"/>
          <p:nvPr/>
        </p:nvSpPr>
        <p:spPr>
          <a:xfrm>
            <a:off x="2174765" y="1078235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51A4175F-8CC5-BA5B-B68F-B2E9DDED5270}"/>
              </a:ext>
            </a:extLst>
          </p:cNvPr>
          <p:cNvCxnSpPr>
            <a:cxnSpLocks/>
          </p:cNvCxnSpPr>
          <p:nvPr/>
        </p:nvCxnSpPr>
        <p:spPr>
          <a:xfrm>
            <a:off x="1338713" y="2121504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2D9FCA14-51EF-1402-8B52-64E10086F592}"/>
              </a:ext>
            </a:extLst>
          </p:cNvPr>
          <p:cNvSpPr txBox="1"/>
          <p:nvPr/>
        </p:nvSpPr>
        <p:spPr>
          <a:xfrm>
            <a:off x="9028738" y="759293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7FFFF20-EF76-1E1C-C9CF-8855D09E8F29}"/>
              </a:ext>
            </a:extLst>
          </p:cNvPr>
          <p:cNvSpPr/>
          <p:nvPr/>
        </p:nvSpPr>
        <p:spPr>
          <a:xfrm>
            <a:off x="7102375" y="2247688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83B3478-42DD-0350-F927-62675B90AA32}"/>
              </a:ext>
            </a:extLst>
          </p:cNvPr>
          <p:cNvSpPr txBox="1"/>
          <p:nvPr/>
        </p:nvSpPr>
        <p:spPr>
          <a:xfrm>
            <a:off x="8259428" y="4902189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15570020-BABD-D4A3-32AC-4BD7927783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9951" y="2596608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30081134-8321-8B93-D7E1-18A1DF05F7D6}"/>
              </a:ext>
            </a:extLst>
          </p:cNvPr>
          <p:cNvSpPr txBox="1"/>
          <p:nvPr/>
        </p:nvSpPr>
        <p:spPr>
          <a:xfrm>
            <a:off x="7091070" y="2237076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70BF3E2E-2E69-1DDD-3E16-96B35B0C5094}"/>
              </a:ext>
            </a:extLst>
          </p:cNvPr>
          <p:cNvSpPr/>
          <p:nvPr/>
        </p:nvSpPr>
        <p:spPr>
          <a:xfrm>
            <a:off x="6502075" y="457205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0E498B43-5EF9-C6E3-BE4A-7B8F06F9BA02}"/>
              </a:ext>
            </a:extLst>
          </p:cNvPr>
          <p:cNvSpPr/>
          <p:nvPr/>
        </p:nvSpPr>
        <p:spPr>
          <a:xfrm rot="10800000">
            <a:off x="11606358" y="457205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85EEDEFE-E024-C008-3EB9-0FC1165FBA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4591" y="629150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99928272-AE50-7083-BD80-A57C581FECDE}"/>
              </a:ext>
            </a:extLst>
          </p:cNvPr>
          <p:cNvSpPr txBox="1"/>
          <p:nvPr/>
        </p:nvSpPr>
        <p:spPr>
          <a:xfrm>
            <a:off x="13324486" y="577538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CA5E0D1-83F8-B9DE-D5CD-0E29FF6D7925}"/>
              </a:ext>
            </a:extLst>
          </p:cNvPr>
          <p:cNvSpPr txBox="1"/>
          <p:nvPr/>
        </p:nvSpPr>
        <p:spPr>
          <a:xfrm>
            <a:off x="14059693" y="1047153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065D4FE4-8B30-FA91-89EB-EBE205520A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5" y="797151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CABC262A-8363-D46C-926F-56035780A88A}"/>
              </a:ext>
            </a:extLst>
          </p:cNvPr>
          <p:cNvSpPr/>
          <p:nvPr/>
        </p:nvSpPr>
        <p:spPr>
          <a:xfrm>
            <a:off x="18133892" y="522522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7C26F0F-FEBA-4886-CF5D-22848AC2DE3D}"/>
              </a:ext>
            </a:extLst>
          </p:cNvPr>
          <p:cNvSpPr txBox="1"/>
          <p:nvPr/>
        </p:nvSpPr>
        <p:spPr>
          <a:xfrm>
            <a:off x="18912690" y="581425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B95D62EA-E138-BF53-3AA6-E3CF680B05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370864" y="707533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1B359F48-CF9C-6713-C69A-4FE92AD29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16430" y="4965242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E313E86-FB09-E34A-9301-E0E7B29401CA}"/>
              </a:ext>
            </a:extLst>
          </p:cNvPr>
          <p:cNvSpPr txBox="1"/>
          <p:nvPr/>
        </p:nvSpPr>
        <p:spPr>
          <a:xfrm>
            <a:off x="18286849" y="1661640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44B25E58-85D0-FE58-82C2-9AD6DCA897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72044" y="3180293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967FF83B-B036-2EDB-5D59-F2134B3B8BA9}"/>
              </a:ext>
            </a:extLst>
          </p:cNvPr>
          <p:cNvSpPr txBox="1"/>
          <p:nvPr/>
        </p:nvSpPr>
        <p:spPr>
          <a:xfrm>
            <a:off x="14435303" y="3363808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B70C4BB9-4314-6844-917A-E5B0E10C5A73}"/>
              </a:ext>
            </a:extLst>
          </p:cNvPr>
          <p:cNvSpPr/>
          <p:nvPr/>
        </p:nvSpPr>
        <p:spPr>
          <a:xfrm>
            <a:off x="12106196" y="5525834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310D4F-3428-1145-A408-2DF98CF7128E}"/>
              </a:ext>
            </a:extLst>
          </p:cNvPr>
          <p:cNvSpPr txBox="1"/>
          <p:nvPr/>
        </p:nvSpPr>
        <p:spPr>
          <a:xfrm>
            <a:off x="1846565" y="3233436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CDFF53D-F96D-9809-14CB-760503AD252D}"/>
              </a:ext>
            </a:extLst>
          </p:cNvPr>
          <p:cNvSpPr txBox="1"/>
          <p:nvPr/>
        </p:nvSpPr>
        <p:spPr>
          <a:xfrm>
            <a:off x="12864231" y="5576734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678E073-2516-6C10-9DE7-35EE1828B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089698" y="5536833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A8EB3901-9348-012F-41C9-DAC5C2FA3851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46786" y="4330370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642E8950-A01F-B5F3-D8A9-24C1F41C51CE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2196" y="1969898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797A43D4-55F8-5992-CE49-49190F8EE0F5}"/>
              </a:ext>
            </a:extLst>
          </p:cNvPr>
          <p:cNvSpPr txBox="1"/>
          <p:nvPr/>
        </p:nvSpPr>
        <p:spPr>
          <a:xfrm>
            <a:off x="14059693" y="2117119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B4F7E5D9-45F0-B1AB-7097-86B2CFC61A4D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294996" y="4770729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68769BC4-E788-2741-2C6E-0E1D7723A21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0996" y="1273298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F1B8EEFE-E914-E057-DEBB-0FDDA100159F}"/>
              </a:ext>
            </a:extLst>
          </p:cNvPr>
          <p:cNvSpPr txBox="1"/>
          <p:nvPr/>
        </p:nvSpPr>
        <p:spPr>
          <a:xfrm>
            <a:off x="16788748" y="1084833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F7834CBC-2F1F-9EB7-3004-A71134F1BF77}"/>
              </a:ext>
            </a:extLst>
          </p:cNvPr>
          <p:cNvSpPr/>
          <p:nvPr/>
        </p:nvSpPr>
        <p:spPr>
          <a:xfrm>
            <a:off x="16966376" y="3736516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B7AB5175-63A0-CB2A-A4F0-D478A9E6A0EE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2376" y="2685215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F3026DEA-E11E-E3EF-FAC0-65C74CBC1943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0849" y="3979491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BC9D46F0-5754-E737-3A18-1E85B0203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032489" y="4858268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B67C6FA1-81B9-9291-744A-C2DB45718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139621" y="3979491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52EC6F0D-4221-A58F-7F94-1402479E50CD}"/>
              </a:ext>
            </a:extLst>
          </p:cNvPr>
          <p:cNvPicPr>
            <a:picLocks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5370" y="4987452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69DF6608-E80F-462B-9D14-E1BAEF772A5C}"/>
              </a:ext>
            </a:extLst>
          </p:cNvPr>
          <p:cNvSpPr txBox="1"/>
          <p:nvPr/>
        </p:nvSpPr>
        <p:spPr>
          <a:xfrm>
            <a:off x="19210753" y="4059690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EE7B745-7FFF-E239-FD42-5908132C91DE}"/>
              </a:ext>
            </a:extLst>
          </p:cNvPr>
          <p:cNvSpPr txBox="1"/>
          <p:nvPr/>
        </p:nvSpPr>
        <p:spPr>
          <a:xfrm>
            <a:off x="-6605" y="-9534"/>
            <a:ext cx="7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2" name="图形 91">
            <a:extLst>
              <a:ext uri="{FF2B5EF4-FFF2-40B4-BE49-F238E27FC236}">
                <a16:creationId xmlns:a16="http://schemas.microsoft.com/office/drawing/2014/main" id="{835DC0D6-9FD6-8CA7-BCFA-89A7879BF0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60104" y="18531944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D36C9424-508C-3B38-586F-0EB01418F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970214" y="18531944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19723053-5E6B-6C62-B3C4-F022F6EB5629}"/>
              </a:ext>
            </a:extLst>
          </p:cNvPr>
          <p:cNvSpPr txBox="1"/>
          <p:nvPr/>
        </p:nvSpPr>
        <p:spPr>
          <a:xfrm>
            <a:off x="408561" y="1845985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FFFDA78-6F63-0E89-AADD-3964F0282A09}"/>
              </a:ext>
            </a:extLst>
          </p:cNvPr>
          <p:cNvSpPr txBox="1"/>
          <p:nvPr/>
        </p:nvSpPr>
        <p:spPr>
          <a:xfrm>
            <a:off x="408561" y="1970653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213E85D-613A-2369-1AA7-2D69A0F22675}"/>
              </a:ext>
            </a:extLst>
          </p:cNvPr>
          <p:cNvSpPr txBox="1"/>
          <p:nvPr/>
        </p:nvSpPr>
        <p:spPr>
          <a:xfrm>
            <a:off x="408561" y="20953220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BE0E8E6-444D-A5B4-E81D-B7BAC0EFD1E9}"/>
              </a:ext>
            </a:extLst>
          </p:cNvPr>
          <p:cNvSpPr txBox="1"/>
          <p:nvPr/>
        </p:nvSpPr>
        <p:spPr>
          <a:xfrm>
            <a:off x="408561" y="2212063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FF0CFF35-2375-2139-4E72-38AC469F7F16}"/>
              </a:ext>
            </a:extLst>
          </p:cNvPr>
          <p:cNvSpPr txBox="1"/>
          <p:nvPr/>
        </p:nvSpPr>
        <p:spPr>
          <a:xfrm>
            <a:off x="408561" y="23367267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7AAA3F4-F208-92DE-257D-C40DCA32CEF0}"/>
              </a:ext>
            </a:extLst>
          </p:cNvPr>
          <p:cNvSpPr txBox="1"/>
          <p:nvPr/>
        </p:nvSpPr>
        <p:spPr>
          <a:xfrm>
            <a:off x="2393470" y="23694344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157A913-0A5A-C24E-8801-2929BFC296DF}"/>
              </a:ext>
            </a:extLst>
          </p:cNvPr>
          <p:cNvSpPr txBox="1"/>
          <p:nvPr/>
        </p:nvSpPr>
        <p:spPr>
          <a:xfrm>
            <a:off x="5366824" y="23694344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4636A48-356E-C1CF-17FC-A402A8C179D0}"/>
              </a:ext>
            </a:extLst>
          </p:cNvPr>
          <p:cNvSpPr txBox="1"/>
          <p:nvPr/>
        </p:nvSpPr>
        <p:spPr>
          <a:xfrm>
            <a:off x="2158994" y="18127925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AFBBCCE0-0D82-29D8-0D6E-61C7C24F1833}"/>
              </a:ext>
            </a:extLst>
          </p:cNvPr>
          <p:cNvSpPr txBox="1"/>
          <p:nvPr/>
        </p:nvSpPr>
        <p:spPr>
          <a:xfrm>
            <a:off x="1856691" y="18892095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55C9513-7769-10BD-69EE-D1D4BAA23C38}"/>
              </a:ext>
            </a:extLst>
          </p:cNvPr>
          <p:cNvSpPr txBox="1"/>
          <p:nvPr/>
        </p:nvSpPr>
        <p:spPr>
          <a:xfrm>
            <a:off x="9341149" y="20251231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4C48629A-52D6-35FB-405E-36A9DB8499E2}"/>
              </a:ext>
            </a:extLst>
          </p:cNvPr>
          <p:cNvSpPr txBox="1"/>
          <p:nvPr/>
        </p:nvSpPr>
        <p:spPr>
          <a:xfrm>
            <a:off x="8465587" y="190242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967C76F-13CD-8EBB-051F-94ECF0F8E3B8}"/>
              </a:ext>
            </a:extLst>
          </p:cNvPr>
          <p:cNvSpPr txBox="1"/>
          <p:nvPr/>
        </p:nvSpPr>
        <p:spPr>
          <a:xfrm>
            <a:off x="8465587" y="196788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4DEF73A-22AA-38F5-9F3F-D62E9045082F}"/>
              </a:ext>
            </a:extLst>
          </p:cNvPr>
          <p:cNvSpPr txBox="1"/>
          <p:nvPr/>
        </p:nvSpPr>
        <p:spPr>
          <a:xfrm>
            <a:off x="8465587" y="203647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F24C6CDC-DE44-D51B-9311-6AB3CF44ABD6}"/>
              </a:ext>
            </a:extLst>
          </p:cNvPr>
          <p:cNvSpPr txBox="1"/>
          <p:nvPr/>
        </p:nvSpPr>
        <p:spPr>
          <a:xfrm>
            <a:off x="8465587" y="210002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9577B49-5A65-01C3-27B0-799D5590A7EA}"/>
              </a:ext>
            </a:extLst>
          </p:cNvPr>
          <p:cNvSpPr txBox="1"/>
          <p:nvPr/>
        </p:nvSpPr>
        <p:spPr>
          <a:xfrm>
            <a:off x="8465587" y="2167566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2F4CFE9-6654-E13E-18B2-949BDFB30B38}"/>
              </a:ext>
            </a:extLst>
          </p:cNvPr>
          <p:cNvSpPr txBox="1"/>
          <p:nvPr/>
        </p:nvSpPr>
        <p:spPr>
          <a:xfrm>
            <a:off x="8465587" y="2231381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FF5082-AAD5-7301-78A0-5448ED2C4D4F}"/>
              </a:ext>
            </a:extLst>
          </p:cNvPr>
          <p:cNvSpPr txBox="1"/>
          <p:nvPr/>
        </p:nvSpPr>
        <p:spPr>
          <a:xfrm>
            <a:off x="8465587" y="230133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F2DE0BB-ADD7-FB55-D602-75B2C2A4EBB0}"/>
              </a:ext>
            </a:extLst>
          </p:cNvPr>
          <p:cNvSpPr txBox="1"/>
          <p:nvPr/>
        </p:nvSpPr>
        <p:spPr>
          <a:xfrm rot="16200000">
            <a:off x="-1749666" y="2082603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6892D00F-D5DE-1059-AB46-C62B665331CD}"/>
              </a:ext>
            </a:extLst>
          </p:cNvPr>
          <p:cNvSpPr txBox="1"/>
          <p:nvPr/>
        </p:nvSpPr>
        <p:spPr>
          <a:xfrm rot="16200000">
            <a:off x="6327697" y="2076416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7968FF0-1184-8E72-1C21-9BB5AFC53F2A}"/>
              </a:ext>
            </a:extLst>
          </p:cNvPr>
          <p:cNvSpPr txBox="1"/>
          <p:nvPr/>
        </p:nvSpPr>
        <p:spPr>
          <a:xfrm>
            <a:off x="9835473" y="23810243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9ABD724-79C9-E3BA-9010-927600845A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512375" y="18531944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E674E40F-7FED-3286-DD3B-C02CE504A590}"/>
              </a:ext>
            </a:extLst>
          </p:cNvPr>
          <p:cNvSpPr txBox="1"/>
          <p:nvPr/>
        </p:nvSpPr>
        <p:spPr>
          <a:xfrm rot="16200000">
            <a:off x="15776982" y="20726441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DA17A12-804C-F38C-2069-B8D7ECB49268}"/>
              </a:ext>
            </a:extLst>
          </p:cNvPr>
          <p:cNvSpPr txBox="1"/>
          <p:nvPr/>
        </p:nvSpPr>
        <p:spPr>
          <a:xfrm>
            <a:off x="17950720" y="184709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7EDD8A64-B183-3C52-871C-7D5F5F62693D}"/>
              </a:ext>
            </a:extLst>
          </p:cNvPr>
          <p:cNvSpPr txBox="1"/>
          <p:nvPr/>
        </p:nvSpPr>
        <p:spPr>
          <a:xfrm>
            <a:off x="17950720" y="1941004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DA5AB3C-A4A4-8C50-9068-C383ECFE1F3D}"/>
              </a:ext>
            </a:extLst>
          </p:cNvPr>
          <p:cNvSpPr txBox="1"/>
          <p:nvPr/>
        </p:nvSpPr>
        <p:spPr>
          <a:xfrm>
            <a:off x="17950720" y="2031893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3A1F290-1DA0-EE6A-8BB4-78B44F8253D9}"/>
              </a:ext>
            </a:extLst>
          </p:cNvPr>
          <p:cNvSpPr txBox="1"/>
          <p:nvPr/>
        </p:nvSpPr>
        <p:spPr>
          <a:xfrm>
            <a:off x="17950720" y="2132094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1B248CB2-9952-1BEB-08A3-95AD413A2EFC}"/>
              </a:ext>
            </a:extLst>
          </p:cNvPr>
          <p:cNvSpPr txBox="1"/>
          <p:nvPr/>
        </p:nvSpPr>
        <p:spPr>
          <a:xfrm>
            <a:off x="17950720" y="222738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6BEA98B-4490-CAB2-6EEF-D4202CA0CE40}"/>
              </a:ext>
            </a:extLst>
          </p:cNvPr>
          <p:cNvSpPr txBox="1"/>
          <p:nvPr/>
        </p:nvSpPr>
        <p:spPr>
          <a:xfrm>
            <a:off x="17950720" y="2319436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B685B934-170A-C1D3-D3A3-A92997FA0A51}"/>
              </a:ext>
            </a:extLst>
          </p:cNvPr>
          <p:cNvSpPr txBox="1"/>
          <p:nvPr/>
        </p:nvSpPr>
        <p:spPr>
          <a:xfrm>
            <a:off x="18826506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A4A5172B-30CD-CB68-9177-E66028B9A6A7}"/>
              </a:ext>
            </a:extLst>
          </p:cNvPr>
          <p:cNvSpPr txBox="1"/>
          <p:nvPr/>
        </p:nvSpPr>
        <p:spPr>
          <a:xfrm>
            <a:off x="21005053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601592-DCEC-1BF5-332F-CC5474265AE2}"/>
              </a:ext>
            </a:extLst>
          </p:cNvPr>
          <p:cNvSpPr txBox="1"/>
          <p:nvPr/>
        </p:nvSpPr>
        <p:spPr>
          <a:xfrm>
            <a:off x="0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4813F56B-FB9B-BB5D-5213-253207783A5E}"/>
              </a:ext>
            </a:extLst>
          </p:cNvPr>
          <p:cNvSpPr txBox="1"/>
          <p:nvPr/>
        </p:nvSpPr>
        <p:spPr>
          <a:xfrm>
            <a:off x="8737064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6A639DC-FA4B-DF12-A0AA-A07588E8D0B8}"/>
              </a:ext>
            </a:extLst>
          </p:cNvPr>
          <p:cNvSpPr txBox="1"/>
          <p:nvPr/>
        </p:nvSpPr>
        <p:spPr>
          <a:xfrm>
            <a:off x="17725297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A8E98A2-FFC4-832E-32B1-613DF1D494E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719200" y="6444000"/>
            <a:ext cx="5958584" cy="558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2342D09-E4D3-C987-14A9-0866D65E69D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121200" y="6444000"/>
            <a:ext cx="5958584" cy="5580000"/>
          </a:xfrm>
          <a:prstGeom prst="rect">
            <a:avLst/>
          </a:prstGeom>
        </p:spPr>
      </p:pic>
      <p:pic>
        <p:nvPicPr>
          <p:cNvPr id="87" name="图片 86">
            <a:extLst>
              <a:ext uri="{FF2B5EF4-FFF2-40B4-BE49-F238E27FC236}">
                <a16:creationId xmlns:a16="http://schemas.microsoft.com/office/drawing/2014/main" id="{0E68D86F-D3D6-A944-4A0A-20071720CDD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0" y="6444000"/>
            <a:ext cx="5590548" cy="5580000"/>
          </a:xfrm>
          <a:prstGeom prst="rect">
            <a:avLst/>
          </a:prstGeom>
        </p:spPr>
      </p:pic>
      <p:pic>
        <p:nvPicPr>
          <p:cNvPr id="88" name="图片 87">
            <a:extLst>
              <a:ext uri="{FF2B5EF4-FFF2-40B4-BE49-F238E27FC236}">
                <a16:creationId xmlns:a16="http://schemas.microsoft.com/office/drawing/2014/main" id="{E2AF6C6A-B47B-F81D-F6AA-9F204A4D0749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71200" y="6444000"/>
            <a:ext cx="5585275" cy="55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5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</TotalTime>
  <Words>382</Words>
  <Application>Microsoft Macintosh PowerPoint</Application>
  <PresentationFormat>自定义</PresentationFormat>
  <Paragraphs>162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5</cp:revision>
  <dcterms:created xsi:type="dcterms:W3CDTF">2026-06-27T09:11:14Z</dcterms:created>
  <dcterms:modified xsi:type="dcterms:W3CDTF">2026-07-05T08:05:12Z</dcterms:modified>
</cp:coreProperties>
</file>