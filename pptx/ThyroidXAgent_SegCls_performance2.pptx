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23760113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8A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/>
    <p:restoredTop sz="94512"/>
  </p:normalViewPr>
  <p:slideViewPr>
    <p:cSldViewPr snapToGrid="0">
      <p:cViewPr>
        <p:scale>
          <a:sx n="50" d="100"/>
          <a:sy n="50" d="100"/>
        </p:scale>
        <p:origin x="1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233F3-9C5C-C340-A500-16B97D2B5663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55825" y="1143000"/>
            <a:ext cx="2546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EE3B3-F54A-434E-BF51-91CA39BEF0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363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1pPr>
    <a:lvl2pPr marL="1261415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2pPr>
    <a:lvl3pPr marL="2522830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3pPr>
    <a:lvl4pPr marL="3784244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4pPr>
    <a:lvl5pPr marL="5045659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5pPr>
    <a:lvl6pPr marL="6307074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6pPr>
    <a:lvl7pPr marL="7568489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7pPr>
    <a:lvl8pPr marL="8829904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8pPr>
    <a:lvl9pPr marL="10091318" algn="l" defTabSz="2522830" rtl="0" eaLnBrk="1" latinLnBrk="0" hangingPunct="1">
      <a:defRPr sz="33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8E2C-C1BA-6CE3-FA84-3147B52A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D3591E-22DC-6FE2-E57C-DBE507EC7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C83B96-DA58-DB40-AB91-B6B6BAFE6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2724CA-3845-AA2C-90A8-CB83F6A81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EE3B3-F54A-434E-BF51-91CA39BEF00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876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2009" y="4713405"/>
            <a:ext cx="20196096" cy="10026815"/>
          </a:xfrm>
        </p:spPr>
        <p:txBody>
          <a:bodyPr anchor="b"/>
          <a:lstStyle>
            <a:lvl1pPr algn="ctr">
              <a:defRPr sz="155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0014" y="15126892"/>
            <a:ext cx="17820085" cy="6953434"/>
          </a:xfrm>
        </p:spPr>
        <p:txBody>
          <a:bodyPr/>
          <a:lstStyle>
            <a:lvl1pPr marL="0" indent="0" algn="ctr">
              <a:buNone/>
              <a:defRPr sz="6236"/>
            </a:lvl1pPr>
            <a:lvl2pPr marL="1187988" indent="0" algn="ctr">
              <a:buNone/>
              <a:defRPr sz="5197"/>
            </a:lvl2pPr>
            <a:lvl3pPr marL="2375977" indent="0" algn="ctr">
              <a:buNone/>
              <a:defRPr sz="4677"/>
            </a:lvl3pPr>
            <a:lvl4pPr marL="3563965" indent="0" algn="ctr">
              <a:buNone/>
              <a:defRPr sz="4157"/>
            </a:lvl4pPr>
            <a:lvl5pPr marL="4751954" indent="0" algn="ctr">
              <a:buNone/>
              <a:defRPr sz="4157"/>
            </a:lvl5pPr>
            <a:lvl6pPr marL="5939942" indent="0" algn="ctr">
              <a:buNone/>
              <a:defRPr sz="4157"/>
            </a:lvl6pPr>
            <a:lvl7pPr marL="7127931" indent="0" algn="ctr">
              <a:buNone/>
              <a:defRPr sz="4157"/>
            </a:lvl7pPr>
            <a:lvl8pPr marL="8315919" indent="0" algn="ctr">
              <a:buNone/>
              <a:defRPr sz="4157"/>
            </a:lvl8pPr>
            <a:lvl9pPr marL="9503908" indent="0" algn="ctr">
              <a:buNone/>
              <a:defRPr sz="415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808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80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134" y="7180114"/>
            <a:ext cx="20493097" cy="11980175"/>
          </a:xfrm>
        </p:spPr>
        <p:txBody>
          <a:bodyPr anchor="b"/>
          <a:lstStyle>
            <a:lvl1pPr>
              <a:defRPr sz="155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1134" y="19273626"/>
            <a:ext cx="20493097" cy="6300091"/>
          </a:xfrm>
        </p:spPr>
        <p:txBody>
          <a:bodyPr/>
          <a:lstStyle>
            <a:lvl1pPr marL="0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1pPr>
            <a:lvl2pPr marL="1187988" indent="0">
              <a:buNone/>
              <a:defRPr sz="5197">
                <a:solidFill>
                  <a:schemeClr val="tx1">
                    <a:tint val="82000"/>
                  </a:schemeClr>
                </a:solidFill>
              </a:defRPr>
            </a:lvl2pPr>
            <a:lvl3pPr marL="2375977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3pPr>
            <a:lvl4pPr marL="3563965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4pPr>
            <a:lvl5pPr marL="4751954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5pPr>
            <a:lvl6pPr marL="5939942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6pPr>
            <a:lvl7pPr marL="7127931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7pPr>
            <a:lvl8pPr marL="8315919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8pPr>
            <a:lvl9pPr marL="9503908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95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3508" y="7666780"/>
            <a:ext cx="10098048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28557" y="7666780"/>
            <a:ext cx="10098048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535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3" y="1533362"/>
            <a:ext cx="20493097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605" y="7060106"/>
            <a:ext cx="10051640" cy="3460049"/>
          </a:xfrm>
        </p:spPr>
        <p:txBody>
          <a:bodyPr anchor="b"/>
          <a:lstStyle>
            <a:lvl1pPr marL="0" indent="0">
              <a:buNone/>
              <a:defRPr sz="6236" b="1"/>
            </a:lvl1pPr>
            <a:lvl2pPr marL="1187988" indent="0">
              <a:buNone/>
              <a:defRPr sz="5197" b="1"/>
            </a:lvl2pPr>
            <a:lvl3pPr marL="2375977" indent="0">
              <a:buNone/>
              <a:defRPr sz="4677" b="1"/>
            </a:lvl3pPr>
            <a:lvl4pPr marL="3563965" indent="0">
              <a:buNone/>
              <a:defRPr sz="4157" b="1"/>
            </a:lvl4pPr>
            <a:lvl5pPr marL="4751954" indent="0">
              <a:buNone/>
              <a:defRPr sz="4157" b="1"/>
            </a:lvl5pPr>
            <a:lvl6pPr marL="5939942" indent="0">
              <a:buNone/>
              <a:defRPr sz="4157" b="1"/>
            </a:lvl6pPr>
            <a:lvl7pPr marL="7127931" indent="0">
              <a:buNone/>
              <a:defRPr sz="4157" b="1"/>
            </a:lvl7pPr>
            <a:lvl8pPr marL="8315919" indent="0">
              <a:buNone/>
              <a:defRPr sz="4157" b="1"/>
            </a:lvl8pPr>
            <a:lvl9pPr marL="9503908" indent="0">
              <a:buNone/>
              <a:defRPr sz="415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6605" y="10520155"/>
            <a:ext cx="10051640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28558" y="7060106"/>
            <a:ext cx="10101143" cy="3460049"/>
          </a:xfrm>
        </p:spPr>
        <p:txBody>
          <a:bodyPr anchor="b"/>
          <a:lstStyle>
            <a:lvl1pPr marL="0" indent="0">
              <a:buNone/>
              <a:defRPr sz="6236" b="1"/>
            </a:lvl1pPr>
            <a:lvl2pPr marL="1187988" indent="0">
              <a:buNone/>
              <a:defRPr sz="5197" b="1"/>
            </a:lvl2pPr>
            <a:lvl3pPr marL="2375977" indent="0">
              <a:buNone/>
              <a:defRPr sz="4677" b="1"/>
            </a:lvl3pPr>
            <a:lvl4pPr marL="3563965" indent="0">
              <a:buNone/>
              <a:defRPr sz="4157" b="1"/>
            </a:lvl4pPr>
            <a:lvl5pPr marL="4751954" indent="0">
              <a:buNone/>
              <a:defRPr sz="4157" b="1"/>
            </a:lvl5pPr>
            <a:lvl6pPr marL="5939942" indent="0">
              <a:buNone/>
              <a:defRPr sz="4157" b="1"/>
            </a:lvl6pPr>
            <a:lvl7pPr marL="7127931" indent="0">
              <a:buNone/>
              <a:defRPr sz="4157" b="1"/>
            </a:lvl7pPr>
            <a:lvl8pPr marL="8315919" indent="0">
              <a:buNone/>
              <a:defRPr sz="4157" b="1"/>
            </a:lvl8pPr>
            <a:lvl9pPr marL="9503908" indent="0">
              <a:buNone/>
              <a:defRPr sz="415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28558" y="10520155"/>
            <a:ext cx="10101143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543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874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17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2" y="1920028"/>
            <a:ext cx="7663255" cy="6720099"/>
          </a:xfrm>
        </p:spPr>
        <p:txBody>
          <a:bodyPr anchor="b"/>
          <a:lstStyle>
            <a:lvl1pPr>
              <a:defRPr sz="8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1143" y="4146734"/>
            <a:ext cx="12028557" cy="20466969"/>
          </a:xfrm>
        </p:spPr>
        <p:txBody>
          <a:bodyPr/>
          <a:lstStyle>
            <a:lvl1pPr>
              <a:defRPr sz="8315"/>
            </a:lvl1pPr>
            <a:lvl2pPr>
              <a:defRPr sz="7276"/>
            </a:lvl2pPr>
            <a:lvl3pPr>
              <a:defRPr sz="6236"/>
            </a:lvl3pPr>
            <a:lvl4pPr>
              <a:defRPr sz="5197"/>
            </a:lvl4pPr>
            <a:lvl5pPr>
              <a:defRPr sz="5197"/>
            </a:lvl5pPr>
            <a:lvl6pPr>
              <a:defRPr sz="5197"/>
            </a:lvl6pPr>
            <a:lvl7pPr>
              <a:defRPr sz="5197"/>
            </a:lvl7pPr>
            <a:lvl8pPr>
              <a:defRPr sz="5197"/>
            </a:lvl8pPr>
            <a:lvl9pPr>
              <a:defRPr sz="51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2" y="8640127"/>
            <a:ext cx="7663255" cy="16006905"/>
          </a:xfrm>
        </p:spPr>
        <p:txBody>
          <a:bodyPr/>
          <a:lstStyle>
            <a:lvl1pPr marL="0" indent="0">
              <a:buNone/>
              <a:defRPr sz="4157"/>
            </a:lvl1pPr>
            <a:lvl2pPr marL="1187988" indent="0">
              <a:buNone/>
              <a:defRPr sz="3638"/>
            </a:lvl2pPr>
            <a:lvl3pPr marL="2375977" indent="0">
              <a:buNone/>
              <a:defRPr sz="3118"/>
            </a:lvl3pPr>
            <a:lvl4pPr marL="3563965" indent="0">
              <a:buNone/>
              <a:defRPr sz="2598"/>
            </a:lvl4pPr>
            <a:lvl5pPr marL="4751954" indent="0">
              <a:buNone/>
              <a:defRPr sz="2598"/>
            </a:lvl5pPr>
            <a:lvl6pPr marL="5939942" indent="0">
              <a:buNone/>
              <a:defRPr sz="2598"/>
            </a:lvl6pPr>
            <a:lvl7pPr marL="7127931" indent="0">
              <a:buNone/>
              <a:defRPr sz="2598"/>
            </a:lvl7pPr>
            <a:lvl8pPr marL="8315919" indent="0">
              <a:buNone/>
              <a:defRPr sz="2598"/>
            </a:lvl8pPr>
            <a:lvl9pPr marL="9503908" indent="0">
              <a:buNone/>
              <a:defRPr sz="25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2704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2" y="1920028"/>
            <a:ext cx="7663255" cy="6720099"/>
          </a:xfrm>
        </p:spPr>
        <p:txBody>
          <a:bodyPr anchor="b"/>
          <a:lstStyle>
            <a:lvl1pPr>
              <a:defRPr sz="8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1143" y="4146734"/>
            <a:ext cx="12028557" cy="20466969"/>
          </a:xfrm>
        </p:spPr>
        <p:txBody>
          <a:bodyPr anchor="t"/>
          <a:lstStyle>
            <a:lvl1pPr marL="0" indent="0">
              <a:buNone/>
              <a:defRPr sz="8315"/>
            </a:lvl1pPr>
            <a:lvl2pPr marL="1187988" indent="0">
              <a:buNone/>
              <a:defRPr sz="7276"/>
            </a:lvl2pPr>
            <a:lvl3pPr marL="2375977" indent="0">
              <a:buNone/>
              <a:defRPr sz="6236"/>
            </a:lvl3pPr>
            <a:lvl4pPr marL="3563965" indent="0">
              <a:buNone/>
              <a:defRPr sz="5197"/>
            </a:lvl4pPr>
            <a:lvl5pPr marL="4751954" indent="0">
              <a:buNone/>
              <a:defRPr sz="5197"/>
            </a:lvl5pPr>
            <a:lvl6pPr marL="5939942" indent="0">
              <a:buNone/>
              <a:defRPr sz="5197"/>
            </a:lvl6pPr>
            <a:lvl7pPr marL="7127931" indent="0">
              <a:buNone/>
              <a:defRPr sz="5197"/>
            </a:lvl7pPr>
            <a:lvl8pPr marL="8315919" indent="0">
              <a:buNone/>
              <a:defRPr sz="5197"/>
            </a:lvl8pPr>
            <a:lvl9pPr marL="9503908" indent="0">
              <a:buNone/>
              <a:defRPr sz="519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2" y="8640127"/>
            <a:ext cx="7663255" cy="16006905"/>
          </a:xfrm>
        </p:spPr>
        <p:txBody>
          <a:bodyPr/>
          <a:lstStyle>
            <a:lvl1pPr marL="0" indent="0">
              <a:buNone/>
              <a:defRPr sz="4157"/>
            </a:lvl1pPr>
            <a:lvl2pPr marL="1187988" indent="0">
              <a:buNone/>
              <a:defRPr sz="3638"/>
            </a:lvl2pPr>
            <a:lvl3pPr marL="2375977" indent="0">
              <a:buNone/>
              <a:defRPr sz="3118"/>
            </a:lvl3pPr>
            <a:lvl4pPr marL="3563965" indent="0">
              <a:buNone/>
              <a:defRPr sz="2598"/>
            </a:lvl4pPr>
            <a:lvl5pPr marL="4751954" indent="0">
              <a:buNone/>
              <a:defRPr sz="2598"/>
            </a:lvl5pPr>
            <a:lvl6pPr marL="5939942" indent="0">
              <a:buNone/>
              <a:defRPr sz="2598"/>
            </a:lvl6pPr>
            <a:lvl7pPr marL="7127931" indent="0">
              <a:buNone/>
              <a:defRPr sz="2598"/>
            </a:lvl7pPr>
            <a:lvl8pPr marL="8315919" indent="0">
              <a:buNone/>
              <a:defRPr sz="2598"/>
            </a:lvl8pPr>
            <a:lvl9pPr marL="9503908" indent="0">
              <a:buNone/>
              <a:defRPr sz="25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922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512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03332" y="1533356"/>
            <a:ext cx="5123274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3509" y="1533356"/>
            <a:ext cx="15072822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768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3508" y="1533362"/>
            <a:ext cx="2049309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3508" y="7666780"/>
            <a:ext cx="2049309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3508" y="26693734"/>
            <a:ext cx="5346025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7C5C5-9E2A-B947-86D8-0283AC7248AD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0538" y="26693734"/>
            <a:ext cx="8019038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80580" y="26693734"/>
            <a:ext cx="5346025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739E5-0580-6647-B8FE-069D24C920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742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75977" rtl="0" eaLnBrk="1" latinLnBrk="0" hangingPunct="1">
        <a:lnSpc>
          <a:spcPct val="90000"/>
        </a:lnSpc>
        <a:spcBef>
          <a:spcPct val="0"/>
        </a:spcBef>
        <a:buNone/>
        <a:defRPr sz="114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93994" indent="-593994" algn="l" defTabSz="2375977" rtl="0" eaLnBrk="1" latinLnBrk="0" hangingPunct="1">
        <a:lnSpc>
          <a:spcPct val="90000"/>
        </a:lnSpc>
        <a:spcBef>
          <a:spcPts val="2598"/>
        </a:spcBef>
        <a:buFont typeface="Arial" panose="020B0604020202020204" pitchFamily="34" charset="0"/>
        <a:buChar char="•"/>
        <a:defRPr sz="7276" kern="1200">
          <a:solidFill>
            <a:schemeClr val="tx1"/>
          </a:solidFill>
          <a:latin typeface="+mn-lt"/>
          <a:ea typeface="+mn-ea"/>
          <a:cs typeface="+mn-cs"/>
        </a:defRPr>
      </a:lvl1pPr>
      <a:lvl2pPr marL="1781983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2pPr>
      <a:lvl3pPr marL="2969971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3pPr>
      <a:lvl4pPr marL="4157960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4pPr>
      <a:lvl5pPr marL="5345948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5pPr>
      <a:lvl6pPr marL="6533937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6pPr>
      <a:lvl7pPr marL="7721925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7pPr>
      <a:lvl8pPr marL="8909914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8pPr>
      <a:lvl9pPr marL="10097902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1pPr>
      <a:lvl2pPr marL="1187988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2pPr>
      <a:lvl3pPr marL="2375977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563965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4pPr>
      <a:lvl5pPr marL="4751954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5pPr>
      <a:lvl6pPr marL="5939942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6pPr>
      <a:lvl7pPr marL="7127931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7pPr>
      <a:lvl8pPr marL="8315919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8pPr>
      <a:lvl9pPr marL="9503908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sv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2A13B-DF54-4C13-624A-8A22F496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F0D1C4C1-E1A3-C443-71DA-A28FF5D066D0}"/>
              </a:ext>
            </a:extLst>
          </p:cNvPr>
          <p:cNvSpPr/>
          <p:nvPr/>
        </p:nvSpPr>
        <p:spPr>
          <a:xfrm>
            <a:off x="12113396" y="2963434"/>
            <a:ext cx="4377600" cy="1807295"/>
          </a:xfrm>
          <a:prstGeom prst="roundRect">
            <a:avLst/>
          </a:prstGeom>
          <a:solidFill>
            <a:srgbClr val="E6E7E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EE08FA9-35DF-D3E6-3DC9-B4B360D031BF}"/>
              </a:ext>
            </a:extLst>
          </p:cNvPr>
          <p:cNvSpPr/>
          <p:nvPr/>
        </p:nvSpPr>
        <p:spPr>
          <a:xfrm>
            <a:off x="12113396" y="576698"/>
            <a:ext cx="4377600" cy="1393200"/>
          </a:xfrm>
          <a:prstGeom prst="roundRect">
            <a:avLst/>
          </a:prstGeom>
          <a:solidFill>
            <a:srgbClr val="E6E7E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530AC87-0308-A6AE-E217-3D18D692B5EA}"/>
              </a:ext>
            </a:extLst>
          </p:cNvPr>
          <p:cNvSpPr/>
          <p:nvPr/>
        </p:nvSpPr>
        <p:spPr>
          <a:xfrm>
            <a:off x="7091070" y="4794812"/>
            <a:ext cx="4377563" cy="1149131"/>
          </a:xfrm>
          <a:prstGeom prst="roundRect">
            <a:avLst/>
          </a:prstGeom>
          <a:solidFill>
            <a:srgbClr val="EDEDE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A8B6F13-8164-53AC-BD00-FB8DD483FB0E}"/>
              </a:ext>
            </a:extLst>
          </p:cNvPr>
          <p:cNvSpPr/>
          <p:nvPr/>
        </p:nvSpPr>
        <p:spPr>
          <a:xfrm>
            <a:off x="7111508" y="355503"/>
            <a:ext cx="4377563" cy="1807295"/>
          </a:xfrm>
          <a:prstGeom prst="roundRect">
            <a:avLst/>
          </a:prstGeom>
          <a:solidFill>
            <a:srgbClr val="E6E7E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76B7D927-D765-32D4-F335-5BEB0176E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9276" y="11852517"/>
            <a:ext cx="8280000" cy="56925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7A8139-2F87-D30F-233A-C1DA095B0BCE}"/>
              </a:ext>
            </a:extLst>
          </p:cNvPr>
          <p:cNvSpPr txBox="1"/>
          <p:nvPr/>
        </p:nvSpPr>
        <p:spPr>
          <a:xfrm>
            <a:off x="70979" y="6444344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ADC145-D3AB-CF7D-65A5-2C6944D1A12A}"/>
              </a:ext>
            </a:extLst>
          </p:cNvPr>
          <p:cNvSpPr txBox="1"/>
          <p:nvPr/>
        </p:nvSpPr>
        <p:spPr>
          <a:xfrm>
            <a:off x="6312450" y="6444344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456B5F-A1DE-AA5F-3EFD-E8D82EB544DC}"/>
              </a:ext>
            </a:extLst>
          </p:cNvPr>
          <p:cNvSpPr txBox="1"/>
          <p:nvPr/>
        </p:nvSpPr>
        <p:spPr>
          <a:xfrm>
            <a:off x="-12092" y="11713151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721602-F443-D3DF-5F6A-28C6325E2507}"/>
              </a:ext>
            </a:extLst>
          </p:cNvPr>
          <p:cNvSpPr txBox="1"/>
          <p:nvPr/>
        </p:nvSpPr>
        <p:spPr>
          <a:xfrm>
            <a:off x="17410171" y="1144080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209AC5-82B2-B594-FEEE-043CB0BB11FE}"/>
              </a:ext>
            </a:extLst>
          </p:cNvPr>
          <p:cNvSpPr txBox="1"/>
          <p:nvPr/>
        </p:nvSpPr>
        <p:spPr>
          <a:xfrm>
            <a:off x="9634761" y="11772078"/>
            <a:ext cx="905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09FF49-BCE9-D13D-1BE2-F6710ADF46ED}"/>
              </a:ext>
            </a:extLst>
          </p:cNvPr>
          <p:cNvSpPr txBox="1"/>
          <p:nvPr/>
        </p:nvSpPr>
        <p:spPr>
          <a:xfrm>
            <a:off x="9691160" y="17084758"/>
            <a:ext cx="905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2FE55B-4808-4A5A-F342-648AC9EF80A4}"/>
              </a:ext>
            </a:extLst>
          </p:cNvPr>
          <p:cNvSpPr txBox="1"/>
          <p:nvPr/>
        </p:nvSpPr>
        <p:spPr>
          <a:xfrm rot="16200000">
            <a:off x="8776816" y="14443388"/>
            <a:ext cx="2362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Value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5DA966-5DAE-4B87-B8C2-90029F90043A}"/>
              </a:ext>
            </a:extLst>
          </p:cNvPr>
          <p:cNvSpPr txBox="1"/>
          <p:nvPr/>
        </p:nvSpPr>
        <p:spPr>
          <a:xfrm>
            <a:off x="32400" y="12298921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6F0CFE-ED66-DE8F-8695-BE5C36BDC656}"/>
              </a:ext>
            </a:extLst>
          </p:cNvPr>
          <p:cNvSpPr txBox="1"/>
          <p:nvPr/>
        </p:nvSpPr>
        <p:spPr>
          <a:xfrm>
            <a:off x="32400" y="12764736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EC88AB-425B-5959-E651-E1888D8432CD}"/>
              </a:ext>
            </a:extLst>
          </p:cNvPr>
          <p:cNvSpPr txBox="1"/>
          <p:nvPr/>
        </p:nvSpPr>
        <p:spPr>
          <a:xfrm>
            <a:off x="32400" y="13243236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14F1BA-6A05-77B3-6A67-CE6C39902DE7}"/>
              </a:ext>
            </a:extLst>
          </p:cNvPr>
          <p:cNvSpPr txBox="1"/>
          <p:nvPr/>
        </p:nvSpPr>
        <p:spPr>
          <a:xfrm>
            <a:off x="32400" y="13688839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Skewness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F267EC-56F1-8491-3CB7-BA59A5451F77}"/>
              </a:ext>
            </a:extLst>
          </p:cNvPr>
          <p:cNvSpPr txBox="1"/>
          <p:nvPr/>
        </p:nvSpPr>
        <p:spPr>
          <a:xfrm>
            <a:off x="32400" y="14176041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Median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534B23-16F2-2C69-CAA5-4D683E190756}"/>
              </a:ext>
            </a:extLst>
          </p:cNvPr>
          <p:cNvSpPr txBox="1"/>
          <p:nvPr/>
        </p:nvSpPr>
        <p:spPr>
          <a:xfrm>
            <a:off x="32400" y="14644556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GLCM: Corr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2E8A49-0C9A-FEF3-EDBF-8C616249D0B5}"/>
              </a:ext>
            </a:extLst>
          </p:cNvPr>
          <p:cNvSpPr txBox="1"/>
          <p:nvPr/>
        </p:nvSpPr>
        <p:spPr>
          <a:xfrm>
            <a:off x="32400" y="15087414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TEX(RLM)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6DCBFA-D339-4D55-05A4-4504F62C08CF}"/>
              </a:ext>
            </a:extLst>
          </p:cNvPr>
          <p:cNvSpPr txBox="1"/>
          <p:nvPr/>
        </p:nvSpPr>
        <p:spPr>
          <a:xfrm>
            <a:off x="32400" y="15586574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AE1DC4-7371-E8C2-C6C2-0E26EBF28264}"/>
              </a:ext>
            </a:extLst>
          </p:cNvPr>
          <p:cNvSpPr txBox="1"/>
          <p:nvPr/>
        </p:nvSpPr>
        <p:spPr>
          <a:xfrm>
            <a:off x="32400" y="16085734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SRLGLE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4B85E42-CE8D-E615-DCCD-04879AEF157C}"/>
              </a:ext>
            </a:extLst>
          </p:cNvPr>
          <p:cNvSpPr txBox="1"/>
          <p:nvPr/>
        </p:nvSpPr>
        <p:spPr>
          <a:xfrm>
            <a:off x="32400" y="16560645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10th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pctl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604CF4-DEC3-F77A-F2EB-A11ED6722DF9}"/>
              </a:ext>
            </a:extLst>
          </p:cNvPr>
          <p:cNvSpPr txBox="1"/>
          <p:nvPr/>
        </p:nvSpPr>
        <p:spPr>
          <a:xfrm>
            <a:off x="2742133" y="1730051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E8C9B2-7FC4-BF84-26E5-90134213BEFB}"/>
              </a:ext>
            </a:extLst>
          </p:cNvPr>
          <p:cNvSpPr txBox="1"/>
          <p:nvPr/>
        </p:nvSpPr>
        <p:spPr>
          <a:xfrm>
            <a:off x="3776063" y="1729217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E354DB6-8FD8-5E6F-5611-04999419A6B2}"/>
              </a:ext>
            </a:extLst>
          </p:cNvPr>
          <p:cNvSpPr txBox="1"/>
          <p:nvPr/>
        </p:nvSpPr>
        <p:spPr>
          <a:xfrm>
            <a:off x="4827932" y="1729217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084D924-729B-3B3B-59D9-AA212A6FB966}"/>
              </a:ext>
            </a:extLst>
          </p:cNvPr>
          <p:cNvSpPr txBox="1"/>
          <p:nvPr/>
        </p:nvSpPr>
        <p:spPr>
          <a:xfrm>
            <a:off x="5861862" y="1729217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FB52AB-A284-415E-186E-45C8B803E057}"/>
              </a:ext>
            </a:extLst>
          </p:cNvPr>
          <p:cNvSpPr txBox="1"/>
          <p:nvPr/>
        </p:nvSpPr>
        <p:spPr>
          <a:xfrm>
            <a:off x="6907606" y="1730294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FAB27DF-C36E-7AB8-3190-0D41CDBC4AAA}"/>
              </a:ext>
            </a:extLst>
          </p:cNvPr>
          <p:cNvSpPr txBox="1"/>
          <p:nvPr/>
        </p:nvSpPr>
        <p:spPr>
          <a:xfrm>
            <a:off x="7947661" y="17293096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5BC36E2-DE34-C4E8-8AD3-D3621AB41047}"/>
              </a:ext>
            </a:extLst>
          </p:cNvPr>
          <p:cNvSpPr txBox="1"/>
          <p:nvPr/>
        </p:nvSpPr>
        <p:spPr>
          <a:xfrm>
            <a:off x="8987716" y="17293096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F54CA9-C12E-6184-6F0F-1D2724BE7C6D}"/>
              </a:ext>
            </a:extLst>
          </p:cNvPr>
          <p:cNvSpPr txBox="1"/>
          <p:nvPr/>
        </p:nvSpPr>
        <p:spPr>
          <a:xfrm>
            <a:off x="4094887" y="17293890"/>
            <a:ext cx="201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EDFBDCE-0AA8-7148-6D50-0BEC797AF81E}"/>
              </a:ext>
            </a:extLst>
          </p:cNvPr>
          <p:cNvSpPr txBox="1"/>
          <p:nvPr/>
        </p:nvSpPr>
        <p:spPr>
          <a:xfrm>
            <a:off x="2710697" y="17608080"/>
            <a:ext cx="6734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D46A43D-D3DD-7158-CFE7-F756045B299F}"/>
              </a:ext>
            </a:extLst>
          </p:cNvPr>
          <p:cNvSpPr txBox="1"/>
          <p:nvPr/>
        </p:nvSpPr>
        <p:spPr>
          <a:xfrm>
            <a:off x="12229304" y="6444344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78A1A36-84CB-FF9B-9DC8-D782E3168D6A}"/>
              </a:ext>
            </a:extLst>
          </p:cNvPr>
          <p:cNvSpPr txBox="1"/>
          <p:nvPr/>
        </p:nvSpPr>
        <p:spPr>
          <a:xfrm>
            <a:off x="18027281" y="6444344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: 圆角 89">
            <a:extLst>
              <a:ext uri="{FF2B5EF4-FFF2-40B4-BE49-F238E27FC236}">
                <a16:creationId xmlns:a16="http://schemas.microsoft.com/office/drawing/2014/main" id="{FDC6EDDD-0824-A453-0DF6-651DD7ACB0FB}"/>
              </a:ext>
            </a:extLst>
          </p:cNvPr>
          <p:cNvSpPr/>
          <p:nvPr/>
        </p:nvSpPr>
        <p:spPr>
          <a:xfrm>
            <a:off x="834657" y="2948049"/>
            <a:ext cx="5424255" cy="1382320"/>
          </a:xfrm>
          <a:prstGeom prst="roundRect">
            <a:avLst/>
          </a:prstGeom>
          <a:solidFill>
            <a:srgbClr val="838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63757E1-A121-D656-C1F7-E30A7FF13A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20" y="3135209"/>
            <a:ext cx="1007999" cy="1007999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6D1C731-6687-3FE2-BEB8-B3E8EFC29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455" y="556122"/>
            <a:ext cx="1767684" cy="1407600"/>
          </a:xfrm>
          <a:prstGeom prst="rect">
            <a:avLst/>
          </a:prstGeom>
        </p:spPr>
      </p:pic>
      <p:sp>
        <p:nvSpPr>
          <p:cNvPr id="41" name="对话气泡: 圆角矩形 87">
            <a:extLst>
              <a:ext uri="{FF2B5EF4-FFF2-40B4-BE49-F238E27FC236}">
                <a16:creationId xmlns:a16="http://schemas.microsoft.com/office/drawing/2014/main" id="{6B22F2EC-4415-E0F6-BE7E-F454831DD3AA}"/>
              </a:ext>
            </a:extLst>
          </p:cNvPr>
          <p:cNvSpPr/>
          <p:nvPr/>
        </p:nvSpPr>
        <p:spPr>
          <a:xfrm rot="5400000">
            <a:off x="3675440" y="-620515"/>
            <a:ext cx="1330325" cy="4377563"/>
          </a:xfrm>
          <a:prstGeom prst="wedgeRoundRectCallout">
            <a:avLst>
              <a:gd name="adj1" fmla="val -19800"/>
              <a:gd name="adj2" fmla="val 55144"/>
              <a:gd name="adj3" fmla="val 16667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8DF2CB3-5CDC-E12F-7B22-CF80C5362ACD}"/>
              </a:ext>
            </a:extLst>
          </p:cNvPr>
          <p:cNvSpPr txBox="1"/>
          <p:nvPr/>
        </p:nvSpPr>
        <p:spPr>
          <a:xfrm>
            <a:off x="2151823" y="263042"/>
            <a:ext cx="2879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Human Input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C35EA58-8BBF-DC69-A1BD-A6E527DCBC92}"/>
              </a:ext>
            </a:extLst>
          </p:cNvPr>
          <p:cNvSpPr txBox="1"/>
          <p:nvPr/>
        </p:nvSpPr>
        <p:spPr>
          <a:xfrm>
            <a:off x="2174765" y="1078235"/>
            <a:ext cx="44358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Classify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Thyroid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Nodule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直接箭头连接符 88">
            <a:extLst>
              <a:ext uri="{FF2B5EF4-FFF2-40B4-BE49-F238E27FC236}">
                <a16:creationId xmlns:a16="http://schemas.microsoft.com/office/drawing/2014/main" id="{51A4175F-8CC5-BA5B-B68F-B2E9DDED5270}"/>
              </a:ext>
            </a:extLst>
          </p:cNvPr>
          <p:cNvCxnSpPr>
            <a:cxnSpLocks/>
          </p:cNvCxnSpPr>
          <p:nvPr/>
        </p:nvCxnSpPr>
        <p:spPr>
          <a:xfrm>
            <a:off x="1338713" y="2121504"/>
            <a:ext cx="0" cy="796694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2D9FCA14-51EF-1402-8B52-64E10086F592}"/>
              </a:ext>
            </a:extLst>
          </p:cNvPr>
          <p:cNvSpPr txBox="1"/>
          <p:nvPr/>
        </p:nvSpPr>
        <p:spPr>
          <a:xfrm>
            <a:off x="9028738" y="759293"/>
            <a:ext cx="2439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Nodule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47FFFF20-EF76-1E1C-C9CF-8855D09E8F29}"/>
              </a:ext>
            </a:extLst>
          </p:cNvPr>
          <p:cNvSpPr/>
          <p:nvPr/>
        </p:nvSpPr>
        <p:spPr>
          <a:xfrm>
            <a:off x="7102375" y="2247688"/>
            <a:ext cx="4377563" cy="2466692"/>
          </a:xfrm>
          <a:prstGeom prst="roundRect">
            <a:avLst/>
          </a:prstGeom>
          <a:solidFill>
            <a:srgbClr val="EDEDE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83B3478-42DD-0350-F927-62675B90AA32}"/>
              </a:ext>
            </a:extLst>
          </p:cNvPr>
          <p:cNvSpPr txBox="1"/>
          <p:nvPr/>
        </p:nvSpPr>
        <p:spPr>
          <a:xfrm>
            <a:off x="8259428" y="4902189"/>
            <a:ext cx="30601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Prediction: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</a:p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Confidence: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0.86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15570020-BABD-D4A3-32AC-4BD792778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951" y="2596608"/>
            <a:ext cx="3256874" cy="2117771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30081134-8321-8B93-D7E1-18A1DF05F7D6}"/>
              </a:ext>
            </a:extLst>
          </p:cNvPr>
          <p:cNvSpPr txBox="1"/>
          <p:nvPr/>
        </p:nvSpPr>
        <p:spPr>
          <a:xfrm>
            <a:off x="7091070" y="2237076"/>
            <a:ext cx="4366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左大括号 49">
            <a:extLst>
              <a:ext uri="{FF2B5EF4-FFF2-40B4-BE49-F238E27FC236}">
                <a16:creationId xmlns:a16="http://schemas.microsoft.com/office/drawing/2014/main" id="{70BF3E2E-2E69-1DDD-3E16-96B35B0C5094}"/>
              </a:ext>
            </a:extLst>
          </p:cNvPr>
          <p:cNvSpPr/>
          <p:nvPr/>
        </p:nvSpPr>
        <p:spPr>
          <a:xfrm>
            <a:off x="6502075" y="457205"/>
            <a:ext cx="594588" cy="5486738"/>
          </a:xfrm>
          <a:prstGeom prst="leftBrace">
            <a:avLst>
              <a:gd name="adj1" fmla="val 89750"/>
              <a:gd name="adj2" fmla="val 55956"/>
            </a:avLst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左大括号 50">
            <a:extLst>
              <a:ext uri="{FF2B5EF4-FFF2-40B4-BE49-F238E27FC236}">
                <a16:creationId xmlns:a16="http://schemas.microsoft.com/office/drawing/2014/main" id="{0E498B43-5EF9-C6E3-BE4A-7B8F06F9BA02}"/>
              </a:ext>
            </a:extLst>
          </p:cNvPr>
          <p:cNvSpPr/>
          <p:nvPr/>
        </p:nvSpPr>
        <p:spPr>
          <a:xfrm rot="10800000">
            <a:off x="11606358" y="457205"/>
            <a:ext cx="439960" cy="4257174"/>
          </a:xfrm>
          <a:prstGeom prst="leftBrace">
            <a:avLst>
              <a:gd name="adj1" fmla="val 89750"/>
              <a:gd name="adj2" fmla="val 81557"/>
            </a:avLst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85EEDEFE-E024-C008-3EB9-0FC1165FBA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4591" y="629150"/>
            <a:ext cx="1069895" cy="1260000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99928272-AE50-7083-BD80-A57C581FECDE}"/>
              </a:ext>
            </a:extLst>
          </p:cNvPr>
          <p:cNvSpPr txBox="1"/>
          <p:nvPr/>
        </p:nvSpPr>
        <p:spPr>
          <a:xfrm>
            <a:off x="13324486" y="577538"/>
            <a:ext cx="2958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CA5E0D1-83F8-B9DE-D5CD-0E29FF6D7925}"/>
              </a:ext>
            </a:extLst>
          </p:cNvPr>
          <p:cNvSpPr txBox="1"/>
          <p:nvPr/>
        </p:nvSpPr>
        <p:spPr>
          <a:xfrm>
            <a:off x="14059693" y="1047153"/>
            <a:ext cx="148783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kumimoji="1"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Mask?</a:t>
            </a:r>
            <a:endParaRPr kumimoji="1" lang="zh-CN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065D4FE4-8B30-FA91-89EB-EBE205520A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65" y="797151"/>
            <a:ext cx="1069895" cy="1260000"/>
          </a:xfrm>
          <a:prstGeom prst="rect">
            <a:avLst/>
          </a:prstGeom>
        </p:spPr>
      </p:pic>
      <p:sp>
        <p:nvSpPr>
          <p:cNvPr id="56" name="圆角矩形 55">
            <a:extLst>
              <a:ext uri="{FF2B5EF4-FFF2-40B4-BE49-F238E27FC236}">
                <a16:creationId xmlns:a16="http://schemas.microsoft.com/office/drawing/2014/main" id="{CABC262A-8363-D46C-926F-56035780A88A}"/>
              </a:ext>
            </a:extLst>
          </p:cNvPr>
          <p:cNvSpPr/>
          <p:nvPr/>
        </p:nvSpPr>
        <p:spPr>
          <a:xfrm>
            <a:off x="18133892" y="522522"/>
            <a:ext cx="3869625" cy="216269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7C26F0F-FEBA-4886-CF5D-22848AC2DE3D}"/>
              </a:ext>
            </a:extLst>
          </p:cNvPr>
          <p:cNvSpPr txBox="1"/>
          <p:nvPr/>
        </p:nvSpPr>
        <p:spPr>
          <a:xfrm>
            <a:off x="18912690" y="581425"/>
            <a:ext cx="2935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Assisted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B95D62EA-E138-BF53-3AA6-E3CF680B0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370864" y="707533"/>
            <a:ext cx="827999" cy="827999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1B359F48-CF9C-6713-C69A-4FE92AD29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6430" y="4965242"/>
            <a:ext cx="827999" cy="827999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FE313E86-FB09-E34A-9301-E0E7B29401CA}"/>
              </a:ext>
            </a:extLst>
          </p:cNvPr>
          <p:cNvSpPr txBox="1"/>
          <p:nvPr/>
        </p:nvSpPr>
        <p:spPr>
          <a:xfrm>
            <a:off x="18286849" y="1661640"/>
            <a:ext cx="40445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Mask,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features,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44B25E58-85D0-FE58-82C2-9AD6DCA897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72044" y="3180293"/>
            <a:ext cx="2163259" cy="1407600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967FF83B-B036-2EDB-5D59-F2134B3B8BA9}"/>
              </a:ext>
            </a:extLst>
          </p:cNvPr>
          <p:cNvSpPr txBox="1"/>
          <p:nvPr/>
        </p:nvSpPr>
        <p:spPr>
          <a:xfrm>
            <a:off x="14435303" y="3363808"/>
            <a:ext cx="20557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annotation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矩形: 圆角 89">
            <a:extLst>
              <a:ext uri="{FF2B5EF4-FFF2-40B4-BE49-F238E27FC236}">
                <a16:creationId xmlns:a16="http://schemas.microsoft.com/office/drawing/2014/main" id="{B70C4BB9-4314-6844-917A-E5B0E10C5A73}"/>
              </a:ext>
            </a:extLst>
          </p:cNvPr>
          <p:cNvSpPr/>
          <p:nvPr/>
        </p:nvSpPr>
        <p:spPr>
          <a:xfrm>
            <a:off x="12106196" y="5525834"/>
            <a:ext cx="4377599" cy="1032484"/>
          </a:xfrm>
          <a:prstGeom prst="roundRect">
            <a:avLst/>
          </a:prstGeom>
          <a:solidFill>
            <a:srgbClr val="838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A310D4F-3428-1145-A408-2DF98CF7128E}"/>
              </a:ext>
            </a:extLst>
          </p:cNvPr>
          <p:cNvSpPr txBox="1"/>
          <p:nvPr/>
        </p:nvSpPr>
        <p:spPr>
          <a:xfrm>
            <a:off x="1846565" y="3233436"/>
            <a:ext cx="43086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ThyroidXAgent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CDFF53D-F96D-9809-14CB-760503AD252D}"/>
              </a:ext>
            </a:extLst>
          </p:cNvPr>
          <p:cNvSpPr txBox="1"/>
          <p:nvPr/>
        </p:nvSpPr>
        <p:spPr>
          <a:xfrm>
            <a:off x="12864231" y="5576734"/>
            <a:ext cx="36823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" name="图形 65">
            <a:extLst>
              <a:ext uri="{FF2B5EF4-FFF2-40B4-BE49-F238E27FC236}">
                <a16:creationId xmlns:a16="http://schemas.microsoft.com/office/drawing/2014/main" id="{4678E073-2516-6C10-9DE7-35EE1828BD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89698" y="5536833"/>
            <a:ext cx="900000" cy="900000"/>
          </a:xfrm>
          <a:prstGeom prst="rect">
            <a:avLst/>
          </a:prstGeom>
        </p:spPr>
      </p:pic>
      <p:cxnSp>
        <p:nvCxnSpPr>
          <p:cNvPr id="67" name="肘形连接符 66">
            <a:extLst>
              <a:ext uri="{FF2B5EF4-FFF2-40B4-BE49-F238E27FC236}">
                <a16:creationId xmlns:a16="http://schemas.microsoft.com/office/drawing/2014/main" id="{A8EB3901-9348-012F-41C9-DAC5C2FA3851}"/>
              </a:ext>
            </a:extLst>
          </p:cNvPr>
          <p:cNvCxnSpPr>
            <a:cxnSpLocks/>
            <a:stCxn id="63" idx="1"/>
            <a:endCxn id="38" idx="2"/>
          </p:cNvCxnSpPr>
          <p:nvPr/>
        </p:nvCxnSpPr>
        <p:spPr>
          <a:xfrm rot="10800000">
            <a:off x="3546786" y="4330370"/>
            <a:ext cx="8559411" cy="1711707"/>
          </a:xfrm>
          <a:prstGeom prst="bentConnector2">
            <a:avLst/>
          </a:prstGeom>
          <a:ln w="508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88">
            <a:extLst>
              <a:ext uri="{FF2B5EF4-FFF2-40B4-BE49-F238E27FC236}">
                <a16:creationId xmlns:a16="http://schemas.microsoft.com/office/drawing/2014/main" id="{642E8950-A01F-B5F3-D8A9-24C1F41C51CE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14302196" y="1969898"/>
            <a:ext cx="0" cy="993536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797A43D4-55F8-5992-CE49-49190F8EE0F5}"/>
              </a:ext>
            </a:extLst>
          </p:cNvPr>
          <p:cNvSpPr txBox="1"/>
          <p:nvPr/>
        </p:nvSpPr>
        <p:spPr>
          <a:xfrm>
            <a:off x="14059693" y="2117119"/>
            <a:ext cx="108176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kumimoji="1" lang="zh-CN" alt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直接箭头连接符 88">
            <a:extLst>
              <a:ext uri="{FF2B5EF4-FFF2-40B4-BE49-F238E27FC236}">
                <a16:creationId xmlns:a16="http://schemas.microsoft.com/office/drawing/2014/main" id="{B4F7E5D9-45F0-B1AB-7097-86B2CFC61A4D}"/>
              </a:ext>
            </a:extLst>
          </p:cNvPr>
          <p:cNvCxnSpPr>
            <a:cxnSpLocks/>
            <a:stCxn id="4" idx="2"/>
            <a:endCxn id="63" idx="0"/>
          </p:cNvCxnSpPr>
          <p:nvPr/>
        </p:nvCxnSpPr>
        <p:spPr>
          <a:xfrm flipH="1">
            <a:off x="14294996" y="4770729"/>
            <a:ext cx="7200" cy="755105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68769BC4-E788-2741-2C6E-0E1D7723A21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6490996" y="1273298"/>
            <a:ext cx="1526400" cy="0"/>
          </a:xfrm>
          <a:prstGeom prst="straightConnector1">
            <a:avLst/>
          </a:prstGeom>
          <a:ln w="508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F1B8EEFE-E914-E057-DEBB-0FDDA100159F}"/>
              </a:ext>
            </a:extLst>
          </p:cNvPr>
          <p:cNvSpPr txBox="1"/>
          <p:nvPr/>
        </p:nvSpPr>
        <p:spPr>
          <a:xfrm>
            <a:off x="16788748" y="1084833"/>
            <a:ext cx="720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kumimoji="1" lang="zh-CN" altLang="en-US" sz="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F7834CBC-2F1F-9EB7-3004-A71134F1BF77}"/>
              </a:ext>
            </a:extLst>
          </p:cNvPr>
          <p:cNvSpPr/>
          <p:nvPr/>
        </p:nvSpPr>
        <p:spPr>
          <a:xfrm>
            <a:off x="16966376" y="3736516"/>
            <a:ext cx="6192000" cy="239829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74" name="直接箭头连接符 88">
            <a:extLst>
              <a:ext uri="{FF2B5EF4-FFF2-40B4-BE49-F238E27FC236}">
                <a16:creationId xmlns:a16="http://schemas.microsoft.com/office/drawing/2014/main" id="{B7AB5175-63A0-CB2A-A4F0-D478A9E6A0EE}"/>
              </a:ext>
            </a:extLst>
          </p:cNvPr>
          <p:cNvCxnSpPr>
            <a:cxnSpLocks/>
            <a:stCxn id="56" idx="2"/>
            <a:endCxn id="73" idx="0"/>
          </p:cNvCxnSpPr>
          <p:nvPr/>
        </p:nvCxnSpPr>
        <p:spPr>
          <a:xfrm flipH="1">
            <a:off x="20062376" y="2685215"/>
            <a:ext cx="6329" cy="1051301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图片 74">
            <a:extLst>
              <a:ext uri="{FF2B5EF4-FFF2-40B4-BE49-F238E27FC236}">
                <a16:creationId xmlns:a16="http://schemas.microsoft.com/office/drawing/2014/main" id="{F3026DEA-E11E-E3EF-FAC0-65C74CBC1943}"/>
              </a:ext>
            </a:extLst>
          </p:cNvPr>
          <p:cNvPicPr>
            <a:picLocks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3" t="14166" r="8998" b="17860"/>
          <a:stretch>
            <a:fillRect/>
          </a:stretch>
        </p:blipFill>
        <p:spPr>
          <a:xfrm>
            <a:off x="18240849" y="3979491"/>
            <a:ext cx="900000" cy="900000"/>
          </a:xfrm>
          <a:prstGeom prst="rect">
            <a:avLst/>
          </a:prstGeom>
        </p:spPr>
      </p:pic>
      <p:pic>
        <p:nvPicPr>
          <p:cNvPr id="76" name="图形 75">
            <a:extLst>
              <a:ext uri="{FF2B5EF4-FFF2-40B4-BE49-F238E27FC236}">
                <a16:creationId xmlns:a16="http://schemas.microsoft.com/office/drawing/2014/main" id="{BC9D46F0-5754-E737-3A18-1E85B0203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032489" y="4858268"/>
            <a:ext cx="1152000" cy="1152000"/>
          </a:xfrm>
          <a:prstGeom prst="rect">
            <a:avLst/>
          </a:prstGeom>
        </p:spPr>
      </p:pic>
      <p:pic>
        <p:nvPicPr>
          <p:cNvPr id="77" name="图形 76">
            <a:extLst>
              <a:ext uri="{FF2B5EF4-FFF2-40B4-BE49-F238E27FC236}">
                <a16:creationId xmlns:a16="http://schemas.microsoft.com/office/drawing/2014/main" id="{B67C6FA1-81B9-9291-744A-C2DB45718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39621" y="3979491"/>
            <a:ext cx="900000" cy="900000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52EC6F0D-4221-A58F-7F94-1402479E50CD}"/>
              </a:ext>
            </a:extLst>
          </p:cNvPr>
          <p:cNvPicPr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5370" y="4987452"/>
            <a:ext cx="900000" cy="900000"/>
          </a:xfrm>
          <a:prstGeom prst="rect">
            <a:avLst/>
          </a:prstGeom>
        </p:spPr>
      </p:pic>
      <p:sp>
        <p:nvSpPr>
          <p:cNvPr id="79" name="文本框 78">
            <a:extLst>
              <a:ext uri="{FF2B5EF4-FFF2-40B4-BE49-F238E27FC236}">
                <a16:creationId xmlns:a16="http://schemas.microsoft.com/office/drawing/2014/main" id="{69DF6608-E80F-462B-9D14-E1BAEF772A5C}"/>
              </a:ext>
            </a:extLst>
          </p:cNvPr>
          <p:cNvSpPr txBox="1"/>
          <p:nvPr/>
        </p:nvSpPr>
        <p:spPr>
          <a:xfrm>
            <a:off x="19210753" y="4059690"/>
            <a:ext cx="40786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EE7B745-7FFF-E239-FD42-5908132C91DE}"/>
              </a:ext>
            </a:extLst>
          </p:cNvPr>
          <p:cNvSpPr txBox="1"/>
          <p:nvPr/>
        </p:nvSpPr>
        <p:spPr>
          <a:xfrm>
            <a:off x="-6605" y="-9534"/>
            <a:ext cx="7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" name="图形 91">
            <a:extLst>
              <a:ext uri="{FF2B5EF4-FFF2-40B4-BE49-F238E27FC236}">
                <a16:creationId xmlns:a16="http://schemas.microsoft.com/office/drawing/2014/main" id="{835DC0D6-9FD6-8CA7-BCFA-89A7879BF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0104" y="18531944"/>
            <a:ext cx="7262069" cy="5400000"/>
          </a:xfrm>
          <a:prstGeom prst="rect">
            <a:avLst/>
          </a:prstGeom>
        </p:spPr>
      </p:pic>
      <p:pic>
        <p:nvPicPr>
          <p:cNvPr id="94" name="图形 93">
            <a:extLst>
              <a:ext uri="{FF2B5EF4-FFF2-40B4-BE49-F238E27FC236}">
                <a16:creationId xmlns:a16="http://schemas.microsoft.com/office/drawing/2014/main" id="{D36C9424-508C-3B38-586F-0EB01418F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70214" y="18531944"/>
            <a:ext cx="8771429" cy="5400000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19723053-5E6B-6C62-B3C4-F022F6EB5629}"/>
              </a:ext>
            </a:extLst>
          </p:cNvPr>
          <p:cNvSpPr txBox="1"/>
          <p:nvPr/>
        </p:nvSpPr>
        <p:spPr>
          <a:xfrm>
            <a:off x="408561" y="18459856"/>
            <a:ext cx="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FFFDA78-6F63-0E89-AADD-3964F0282A09}"/>
              </a:ext>
            </a:extLst>
          </p:cNvPr>
          <p:cNvSpPr txBox="1"/>
          <p:nvPr/>
        </p:nvSpPr>
        <p:spPr>
          <a:xfrm>
            <a:off x="408561" y="19706538"/>
            <a:ext cx="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22.5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213E85D-613A-2369-1AA7-2D69A0F22675}"/>
              </a:ext>
            </a:extLst>
          </p:cNvPr>
          <p:cNvSpPr txBox="1"/>
          <p:nvPr/>
        </p:nvSpPr>
        <p:spPr>
          <a:xfrm>
            <a:off x="408561" y="20953220"/>
            <a:ext cx="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15.0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BE0E8E6-444D-A5B4-E81D-B7BAC0EFD1E9}"/>
              </a:ext>
            </a:extLst>
          </p:cNvPr>
          <p:cNvSpPr txBox="1"/>
          <p:nvPr/>
        </p:nvSpPr>
        <p:spPr>
          <a:xfrm>
            <a:off x="408561" y="22120632"/>
            <a:ext cx="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7.5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F0CFF35-2375-2139-4E72-38AC469F7F16}"/>
              </a:ext>
            </a:extLst>
          </p:cNvPr>
          <p:cNvSpPr txBox="1"/>
          <p:nvPr/>
        </p:nvSpPr>
        <p:spPr>
          <a:xfrm>
            <a:off x="408561" y="23367267"/>
            <a:ext cx="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47AAA3F4-F208-92DE-257D-C40DCA32CEF0}"/>
              </a:ext>
            </a:extLst>
          </p:cNvPr>
          <p:cNvSpPr txBox="1"/>
          <p:nvPr/>
        </p:nvSpPr>
        <p:spPr>
          <a:xfrm>
            <a:off x="2393470" y="23694344"/>
            <a:ext cx="14967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</a:p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N=30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157A913-0A5A-C24E-8801-2929BFC296DF}"/>
              </a:ext>
            </a:extLst>
          </p:cNvPr>
          <p:cNvSpPr txBox="1"/>
          <p:nvPr/>
        </p:nvSpPr>
        <p:spPr>
          <a:xfrm>
            <a:off x="5366824" y="23694344"/>
            <a:ext cx="2010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AI-Assisted</a:t>
            </a:r>
          </a:p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N=30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F4636A48-356E-C1CF-17FC-A402A8C179D0}"/>
              </a:ext>
            </a:extLst>
          </p:cNvPr>
          <p:cNvSpPr txBox="1"/>
          <p:nvPr/>
        </p:nvSpPr>
        <p:spPr>
          <a:xfrm>
            <a:off x="2158994" y="18127925"/>
            <a:ext cx="5188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14.2</a:t>
            </a:r>
            <a:r>
              <a:rPr kumimoji="1" lang="zh-CN" altLang="en-U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kumimoji="1" lang="zh-CN" altLang="en-U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9.2</a:t>
            </a:r>
            <a:r>
              <a:rPr kumimoji="1" lang="zh-CN" altLang="en-U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s;</a:t>
            </a:r>
            <a:r>
              <a:rPr kumimoji="1" lang="zh-CN" altLang="en-U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1.56x</a:t>
            </a:r>
            <a:r>
              <a:rPr kumimoji="1" lang="zh-CN" altLang="en-U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</a:t>
            </a:r>
            <a:endParaRPr kumimoji="1" lang="zh-CN" altLang="en-US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AFBBCCE0-0D82-29D8-0D6E-61C7C24F1833}"/>
              </a:ext>
            </a:extLst>
          </p:cNvPr>
          <p:cNvSpPr txBox="1"/>
          <p:nvPr/>
        </p:nvSpPr>
        <p:spPr>
          <a:xfrm>
            <a:off x="1856691" y="18892095"/>
            <a:ext cx="6187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35.9%</a:t>
            </a:r>
            <a:r>
              <a:rPr kumimoji="1" lang="zh-CN" altLang="en-US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shorter</a:t>
            </a:r>
            <a:r>
              <a:rPr kumimoji="1" lang="zh-CN" altLang="en-US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kumimoji="1" lang="zh-CN" altLang="en-US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2800" dirty="0">
              <a:solidFill>
                <a:srgbClr val="D98A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55C9513-7769-10BD-69EE-D1D4BAA23C38}"/>
              </a:ext>
            </a:extLst>
          </p:cNvPr>
          <p:cNvSpPr txBox="1"/>
          <p:nvPr/>
        </p:nvSpPr>
        <p:spPr>
          <a:xfrm>
            <a:off x="9341149" y="20251231"/>
            <a:ext cx="37184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35.9%</a:t>
            </a:r>
            <a:r>
              <a:rPr kumimoji="1" lang="zh-CN" altLang="en-US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shorter</a:t>
            </a:r>
            <a:r>
              <a:rPr kumimoji="1" lang="zh-CN" altLang="en-US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</a:p>
          <a:p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5.1s/case</a:t>
            </a:r>
            <a:r>
              <a:rPr kumimoji="1" lang="zh-CN" altLang="en-US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rgbClr val="D98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endParaRPr kumimoji="1" lang="zh-CN" altLang="en-US" sz="2800" dirty="0">
              <a:solidFill>
                <a:srgbClr val="D98A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C48629A-52D6-35FB-405E-36A9DB8499E2}"/>
              </a:ext>
            </a:extLst>
          </p:cNvPr>
          <p:cNvSpPr txBox="1"/>
          <p:nvPr/>
        </p:nvSpPr>
        <p:spPr>
          <a:xfrm>
            <a:off x="8465587" y="1902426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967C76F-13CD-8EBB-051F-94ECF0F8E3B8}"/>
              </a:ext>
            </a:extLst>
          </p:cNvPr>
          <p:cNvSpPr txBox="1"/>
          <p:nvPr/>
        </p:nvSpPr>
        <p:spPr>
          <a:xfrm>
            <a:off x="8465587" y="1967880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4DEF73A-22AA-38F5-9F3F-D62E9045082F}"/>
              </a:ext>
            </a:extLst>
          </p:cNvPr>
          <p:cNvSpPr txBox="1"/>
          <p:nvPr/>
        </p:nvSpPr>
        <p:spPr>
          <a:xfrm>
            <a:off x="8465587" y="20364788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F24C6CDC-DE44-D51B-9311-6AB3CF44ABD6}"/>
              </a:ext>
            </a:extLst>
          </p:cNvPr>
          <p:cNvSpPr txBox="1"/>
          <p:nvPr/>
        </p:nvSpPr>
        <p:spPr>
          <a:xfrm>
            <a:off x="8465587" y="21000205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9577B49-5A65-01C3-27B0-799D5590A7EA}"/>
              </a:ext>
            </a:extLst>
          </p:cNvPr>
          <p:cNvSpPr txBox="1"/>
          <p:nvPr/>
        </p:nvSpPr>
        <p:spPr>
          <a:xfrm>
            <a:off x="8465587" y="21675665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82F4CFE9-6654-E13E-18B2-949BDFB30B38}"/>
              </a:ext>
            </a:extLst>
          </p:cNvPr>
          <p:cNvSpPr txBox="1"/>
          <p:nvPr/>
        </p:nvSpPr>
        <p:spPr>
          <a:xfrm>
            <a:off x="8465587" y="2231381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07FF5082-AAD5-7301-78A0-5448ED2C4D4F}"/>
              </a:ext>
            </a:extLst>
          </p:cNvPr>
          <p:cNvSpPr txBox="1"/>
          <p:nvPr/>
        </p:nvSpPr>
        <p:spPr>
          <a:xfrm>
            <a:off x="8465587" y="2301339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-10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F2DE0BB-ADD7-FB55-D602-75B2C2A4EBB0}"/>
              </a:ext>
            </a:extLst>
          </p:cNvPr>
          <p:cNvSpPr txBox="1"/>
          <p:nvPr/>
        </p:nvSpPr>
        <p:spPr>
          <a:xfrm rot="16200000">
            <a:off x="-1749666" y="20826038"/>
            <a:ext cx="419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892D00F-D5DE-1059-AB46-C62B665331CD}"/>
              </a:ext>
            </a:extLst>
          </p:cNvPr>
          <p:cNvSpPr txBox="1"/>
          <p:nvPr/>
        </p:nvSpPr>
        <p:spPr>
          <a:xfrm rot="16200000">
            <a:off x="6327697" y="20764168"/>
            <a:ext cx="419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Manual–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87968FF0-1184-8E72-1C21-9BB5AFC53F2A}"/>
              </a:ext>
            </a:extLst>
          </p:cNvPr>
          <p:cNvSpPr txBox="1"/>
          <p:nvPr/>
        </p:nvSpPr>
        <p:spPr>
          <a:xfrm>
            <a:off x="9835473" y="23810243"/>
            <a:ext cx="7320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Paired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sorted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saving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1" name="图形 120">
            <a:extLst>
              <a:ext uri="{FF2B5EF4-FFF2-40B4-BE49-F238E27FC236}">
                <a16:creationId xmlns:a16="http://schemas.microsoft.com/office/drawing/2014/main" id="{D9ABD724-79C9-E3BA-9010-927600845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512375" y="18750602"/>
            <a:ext cx="4600000" cy="5400000"/>
          </a:xfrm>
          <a:prstGeom prst="rect">
            <a:avLst/>
          </a:prstGeom>
        </p:spPr>
      </p:pic>
      <p:sp>
        <p:nvSpPr>
          <p:cNvPr id="122" name="文本框 121">
            <a:extLst>
              <a:ext uri="{FF2B5EF4-FFF2-40B4-BE49-F238E27FC236}">
                <a16:creationId xmlns:a16="http://schemas.microsoft.com/office/drawing/2014/main" id="{E674E40F-7FED-3286-DD3B-C02CE504A590}"/>
              </a:ext>
            </a:extLst>
          </p:cNvPr>
          <p:cNvSpPr txBox="1"/>
          <p:nvPr/>
        </p:nvSpPr>
        <p:spPr>
          <a:xfrm rot="16200000">
            <a:off x="15776982" y="20726441"/>
            <a:ext cx="419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FDA17A12-804C-F38C-2069-B8D7ECB49268}"/>
              </a:ext>
            </a:extLst>
          </p:cNvPr>
          <p:cNvSpPr txBox="1"/>
          <p:nvPr/>
        </p:nvSpPr>
        <p:spPr>
          <a:xfrm>
            <a:off x="17950720" y="1868962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7EDD8A64-B183-3C52-871C-7D5F5F62693D}"/>
              </a:ext>
            </a:extLst>
          </p:cNvPr>
          <p:cNvSpPr txBox="1"/>
          <p:nvPr/>
        </p:nvSpPr>
        <p:spPr>
          <a:xfrm>
            <a:off x="17950720" y="1962870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0.9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DA5AB3C-A4A4-8C50-9068-C383ECFE1F3D}"/>
              </a:ext>
            </a:extLst>
          </p:cNvPr>
          <p:cNvSpPr txBox="1"/>
          <p:nvPr/>
        </p:nvSpPr>
        <p:spPr>
          <a:xfrm>
            <a:off x="17950720" y="2053759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3A1F290-1DA0-EE6A-8BB4-78B44F8253D9}"/>
              </a:ext>
            </a:extLst>
          </p:cNvPr>
          <p:cNvSpPr txBox="1"/>
          <p:nvPr/>
        </p:nvSpPr>
        <p:spPr>
          <a:xfrm>
            <a:off x="17950720" y="21539607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0.7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1B248CB2-9952-1BEB-08A3-95AD413A2EFC}"/>
              </a:ext>
            </a:extLst>
          </p:cNvPr>
          <p:cNvSpPr txBox="1"/>
          <p:nvPr/>
        </p:nvSpPr>
        <p:spPr>
          <a:xfrm>
            <a:off x="17950720" y="2249254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36BEA98B-4490-CAB2-6EEF-D4202CA0CE40}"/>
              </a:ext>
            </a:extLst>
          </p:cNvPr>
          <p:cNvSpPr txBox="1"/>
          <p:nvPr/>
        </p:nvSpPr>
        <p:spPr>
          <a:xfrm>
            <a:off x="17950720" y="23413027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685B934-170A-C1D3-D3A3-A92997FA0A51}"/>
              </a:ext>
            </a:extLst>
          </p:cNvPr>
          <p:cNvSpPr txBox="1"/>
          <p:nvPr/>
        </p:nvSpPr>
        <p:spPr>
          <a:xfrm>
            <a:off x="18826506" y="23992202"/>
            <a:ext cx="2010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A4A5172B-30CD-CB68-9177-E66028B9A6A7}"/>
              </a:ext>
            </a:extLst>
          </p:cNvPr>
          <p:cNvSpPr txBox="1"/>
          <p:nvPr/>
        </p:nvSpPr>
        <p:spPr>
          <a:xfrm>
            <a:off x="21005053" y="23992202"/>
            <a:ext cx="2010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AI-Assisted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D4601592-DCEC-1BF5-332F-CC5474265AE2}"/>
              </a:ext>
            </a:extLst>
          </p:cNvPr>
          <p:cNvSpPr txBox="1"/>
          <p:nvPr/>
        </p:nvSpPr>
        <p:spPr>
          <a:xfrm>
            <a:off x="0" y="18355988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4813F56B-FB9B-BB5D-5213-253207783A5E}"/>
              </a:ext>
            </a:extLst>
          </p:cNvPr>
          <p:cNvSpPr txBox="1"/>
          <p:nvPr/>
        </p:nvSpPr>
        <p:spPr>
          <a:xfrm>
            <a:off x="8737064" y="18355988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86A639DC-FA4B-DF12-A0AA-A07588E8D0B8}"/>
              </a:ext>
            </a:extLst>
          </p:cNvPr>
          <p:cNvSpPr txBox="1"/>
          <p:nvPr/>
        </p:nvSpPr>
        <p:spPr>
          <a:xfrm>
            <a:off x="17725297" y="18355988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3C3FF770-0DF1-ACA8-7495-BA57CCE1D6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719200" y="6444000"/>
            <a:ext cx="5958584" cy="5580000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F3D13913-E371-9F7E-BDC9-95A0089558E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21200" y="6444000"/>
            <a:ext cx="5958584" cy="5580000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FA74FE8A-46A4-E96B-9A99-841F6E17F65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71200" y="6282000"/>
            <a:ext cx="5928772" cy="5940000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AAAF6D80-5180-515D-0418-F0E11F479EF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282000"/>
            <a:ext cx="5923157" cy="5940000"/>
          </a:xfrm>
          <a:prstGeom prst="rect">
            <a:avLst/>
          </a:prstGeom>
        </p:spPr>
      </p:pic>
      <p:pic>
        <p:nvPicPr>
          <p:cNvPr id="2" name="图形 1">
            <a:extLst>
              <a:ext uri="{FF2B5EF4-FFF2-40B4-BE49-F238E27FC236}">
                <a16:creationId xmlns:a16="http://schemas.microsoft.com/office/drawing/2014/main" id="{DC5EEECB-2BE9-88D6-5C0C-4958CD8C7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661401" y="11579186"/>
            <a:ext cx="5091429" cy="6480000"/>
          </a:xfrm>
          <a:prstGeom prst="rect">
            <a:avLst/>
          </a:prstGeom>
        </p:spPr>
      </p:pic>
      <p:sp>
        <p:nvSpPr>
          <p:cNvPr id="83" name="文本框 82">
            <a:extLst>
              <a:ext uri="{FF2B5EF4-FFF2-40B4-BE49-F238E27FC236}">
                <a16:creationId xmlns:a16="http://schemas.microsoft.com/office/drawing/2014/main" id="{661F19B4-A1BB-A198-E65D-ABCDB8F20D8B}"/>
              </a:ext>
            </a:extLst>
          </p:cNvPr>
          <p:cNvSpPr txBox="1"/>
          <p:nvPr/>
        </p:nvSpPr>
        <p:spPr>
          <a:xfrm>
            <a:off x="13000262" y="18447068"/>
            <a:ext cx="2958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59A0BBC-FF94-86F2-8F85-486D246B438C}"/>
              </a:ext>
            </a:extLst>
          </p:cNvPr>
          <p:cNvSpPr txBox="1"/>
          <p:nvPr/>
        </p:nvSpPr>
        <p:spPr>
          <a:xfrm>
            <a:off x="16518731" y="12013824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ThyroidXAgent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44C69E1-BDCE-17AC-BB87-5D322F8D5840}"/>
              </a:ext>
            </a:extLst>
          </p:cNvPr>
          <p:cNvSpPr txBox="1"/>
          <p:nvPr/>
        </p:nvSpPr>
        <p:spPr>
          <a:xfrm>
            <a:off x="16518731" y="12547605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MedSAM2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3756AB5-DD8B-37E5-C5D7-0FB3E5816485}"/>
              </a:ext>
            </a:extLst>
          </p:cNvPr>
          <p:cNvSpPr txBox="1"/>
          <p:nvPr/>
        </p:nvSpPr>
        <p:spPr>
          <a:xfrm>
            <a:off x="16518731" y="13156491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MedSegX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503A5DD2-1868-120D-73E3-9B7C5912F23D}"/>
              </a:ext>
            </a:extLst>
          </p:cNvPr>
          <p:cNvSpPr txBox="1"/>
          <p:nvPr/>
        </p:nvSpPr>
        <p:spPr>
          <a:xfrm>
            <a:off x="16518731" y="13738938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TransUnet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7593DD9-2649-DC9B-1DAA-3ECD0E70207A}"/>
              </a:ext>
            </a:extLst>
          </p:cNvPr>
          <p:cNvSpPr txBox="1"/>
          <p:nvPr/>
        </p:nvSpPr>
        <p:spPr>
          <a:xfrm>
            <a:off x="16518731" y="14312891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UltraFedFM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DDBA5E1-B34E-508C-5829-20D127C61B72}"/>
              </a:ext>
            </a:extLst>
          </p:cNvPr>
          <p:cNvSpPr txBox="1"/>
          <p:nvPr/>
        </p:nvSpPr>
        <p:spPr>
          <a:xfrm>
            <a:off x="16518731" y="15163203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ThyroidXAgent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58BD1D7-F13B-F71F-2C7B-587330D54A77}"/>
              </a:ext>
            </a:extLst>
          </p:cNvPr>
          <p:cNvSpPr txBox="1"/>
          <p:nvPr/>
        </p:nvSpPr>
        <p:spPr>
          <a:xfrm>
            <a:off x="16518731" y="15731225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MedSigLIP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FC3304E-0B7B-1DD6-8571-57369F1311DE}"/>
              </a:ext>
            </a:extLst>
          </p:cNvPr>
          <p:cNvSpPr txBox="1"/>
          <p:nvPr/>
        </p:nvSpPr>
        <p:spPr>
          <a:xfrm>
            <a:off x="16518731" y="16302955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BiomedCLIP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E690355-37F6-9807-B074-CD990391F686}"/>
              </a:ext>
            </a:extLst>
          </p:cNvPr>
          <p:cNvSpPr txBox="1"/>
          <p:nvPr/>
        </p:nvSpPr>
        <p:spPr>
          <a:xfrm>
            <a:off x="16518731" y="16845931"/>
            <a:ext cx="226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200" dirty="0" err="1">
                <a:latin typeface="Arial" panose="020B0604020202020204" pitchFamily="34" charset="0"/>
                <a:cs typeface="Arial" panose="020B0604020202020204" pitchFamily="34" charset="0"/>
              </a:rPr>
              <a:t>UltraFedFM</a:t>
            </a:r>
            <a:endParaRPr kumimoji="1"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3D06523-0698-C164-2377-8DB62CDBD56D}"/>
              </a:ext>
            </a:extLst>
          </p:cNvPr>
          <p:cNvSpPr txBox="1"/>
          <p:nvPr/>
        </p:nvSpPr>
        <p:spPr>
          <a:xfrm>
            <a:off x="18548185" y="17359255"/>
            <a:ext cx="43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E78FC72-79DD-6906-321B-3AA907406D5D}"/>
              </a:ext>
            </a:extLst>
          </p:cNvPr>
          <p:cNvSpPr txBox="1"/>
          <p:nvPr/>
        </p:nvSpPr>
        <p:spPr>
          <a:xfrm>
            <a:off x="19134541" y="17359255"/>
            <a:ext cx="597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68929979-6E7E-E61B-B4B8-012CD2A7697F}"/>
              </a:ext>
            </a:extLst>
          </p:cNvPr>
          <p:cNvSpPr txBox="1"/>
          <p:nvPr/>
        </p:nvSpPr>
        <p:spPr>
          <a:xfrm>
            <a:off x="19731957" y="17359255"/>
            <a:ext cx="597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73A1D74-265F-C512-880A-DAC63D096171}"/>
              </a:ext>
            </a:extLst>
          </p:cNvPr>
          <p:cNvSpPr txBox="1"/>
          <p:nvPr/>
        </p:nvSpPr>
        <p:spPr>
          <a:xfrm>
            <a:off x="20373167" y="17359255"/>
            <a:ext cx="597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2462387-D3CB-A02C-AFD1-68629273F0B8}"/>
              </a:ext>
            </a:extLst>
          </p:cNvPr>
          <p:cNvSpPr txBox="1"/>
          <p:nvPr/>
        </p:nvSpPr>
        <p:spPr>
          <a:xfrm>
            <a:off x="21001572" y="17359255"/>
            <a:ext cx="597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858DF41-7182-78A2-B113-07F0FDA234E8}"/>
              </a:ext>
            </a:extLst>
          </p:cNvPr>
          <p:cNvSpPr txBox="1"/>
          <p:nvPr/>
        </p:nvSpPr>
        <p:spPr>
          <a:xfrm>
            <a:off x="21619108" y="17359255"/>
            <a:ext cx="597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D1E19B2E-3499-17AA-B202-239EE81D2525}"/>
              </a:ext>
            </a:extLst>
          </p:cNvPr>
          <p:cNvSpPr txBox="1"/>
          <p:nvPr/>
        </p:nvSpPr>
        <p:spPr>
          <a:xfrm>
            <a:off x="21369448" y="12005378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0.823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18942F12-2146-29FC-648E-EBC1656830DA}"/>
              </a:ext>
            </a:extLst>
          </p:cNvPr>
          <p:cNvSpPr txBox="1"/>
          <p:nvPr/>
        </p:nvSpPr>
        <p:spPr>
          <a:xfrm>
            <a:off x="19054435" y="12278754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9.4mm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2CF5E6B-8201-33B7-41C0-17F7E92449EE}"/>
              </a:ext>
            </a:extLst>
          </p:cNvPr>
          <p:cNvSpPr txBox="1"/>
          <p:nvPr/>
        </p:nvSpPr>
        <p:spPr>
          <a:xfrm>
            <a:off x="19487115" y="12560315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0.232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8AE8D824-5F1F-B446-1F36-AFC5CFFC2960}"/>
              </a:ext>
            </a:extLst>
          </p:cNvPr>
          <p:cNvSpPr txBox="1"/>
          <p:nvPr/>
        </p:nvSpPr>
        <p:spPr>
          <a:xfrm>
            <a:off x="21653034" y="12805597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101.2mm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9DB1739-C0FD-0717-0071-93C787C0B991}"/>
              </a:ext>
            </a:extLst>
          </p:cNvPr>
          <p:cNvSpPr txBox="1"/>
          <p:nvPr/>
        </p:nvSpPr>
        <p:spPr>
          <a:xfrm>
            <a:off x="19657568" y="13118970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0.288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73C8C4A9-88BF-0558-620D-5F039EFFF4F5}"/>
              </a:ext>
            </a:extLst>
          </p:cNvPr>
          <p:cNvSpPr txBox="1"/>
          <p:nvPr/>
        </p:nvSpPr>
        <p:spPr>
          <a:xfrm>
            <a:off x="21312830" y="13395296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87.0mm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96676929-9935-8A0D-734F-BEEC02D2266B}"/>
              </a:ext>
            </a:extLst>
          </p:cNvPr>
          <p:cNvSpPr txBox="1"/>
          <p:nvPr/>
        </p:nvSpPr>
        <p:spPr>
          <a:xfrm>
            <a:off x="21068424" y="13733850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0.730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95E383B2-0D9C-27D2-6AA6-A46CAAA91C32}"/>
              </a:ext>
            </a:extLst>
          </p:cNvPr>
          <p:cNvSpPr txBox="1"/>
          <p:nvPr/>
        </p:nvSpPr>
        <p:spPr>
          <a:xfrm>
            <a:off x="19082049" y="13964682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10.6mm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D23623A-4D62-AAFF-2ED8-E65175726F5B}"/>
              </a:ext>
            </a:extLst>
          </p:cNvPr>
          <p:cNvSpPr txBox="1"/>
          <p:nvPr/>
        </p:nvSpPr>
        <p:spPr>
          <a:xfrm>
            <a:off x="20671875" y="14259457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0.589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A79B4F79-FB68-BE16-DEAB-345A4FE85739}"/>
              </a:ext>
            </a:extLst>
          </p:cNvPr>
          <p:cNvSpPr txBox="1"/>
          <p:nvPr/>
        </p:nvSpPr>
        <p:spPr>
          <a:xfrm>
            <a:off x="19596483" y="14520290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27.0mm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7B08D58B-8FF7-D7DC-1DF4-A92C32E1A740}"/>
              </a:ext>
            </a:extLst>
          </p:cNvPr>
          <p:cNvSpPr txBox="1"/>
          <p:nvPr/>
        </p:nvSpPr>
        <p:spPr>
          <a:xfrm>
            <a:off x="21369730" y="15140119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0.819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85793626-605C-349E-CA90-E7C4E2E61C72}"/>
              </a:ext>
            </a:extLst>
          </p:cNvPr>
          <p:cNvSpPr txBox="1"/>
          <p:nvPr/>
        </p:nvSpPr>
        <p:spPr>
          <a:xfrm>
            <a:off x="21417274" y="15424813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0.823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DA406826-9C1B-BF2E-B48D-2E72F1642B37}"/>
              </a:ext>
            </a:extLst>
          </p:cNvPr>
          <p:cNvSpPr txBox="1"/>
          <p:nvPr/>
        </p:nvSpPr>
        <p:spPr>
          <a:xfrm>
            <a:off x="20455328" y="15708086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0.520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5D60F3C6-87F1-B000-00B2-F21E92B941A5}"/>
              </a:ext>
            </a:extLst>
          </p:cNvPr>
          <p:cNvSpPr txBox="1"/>
          <p:nvPr/>
        </p:nvSpPr>
        <p:spPr>
          <a:xfrm>
            <a:off x="20501628" y="15961468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0.519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58D2E8D6-AE07-08CC-8B49-38FFD89500D0}"/>
              </a:ext>
            </a:extLst>
          </p:cNvPr>
          <p:cNvSpPr txBox="1"/>
          <p:nvPr/>
        </p:nvSpPr>
        <p:spPr>
          <a:xfrm>
            <a:off x="20207115" y="16267130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0.434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9A20E4A-FD7F-E6C8-862D-FE1E67AAE73E}"/>
              </a:ext>
            </a:extLst>
          </p:cNvPr>
          <p:cNvSpPr txBox="1"/>
          <p:nvPr/>
        </p:nvSpPr>
        <p:spPr>
          <a:xfrm>
            <a:off x="20241840" y="16542893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0.450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887FDD6A-8353-949E-D78A-4BAD16610088}"/>
              </a:ext>
            </a:extLst>
          </p:cNvPr>
          <p:cNvSpPr txBox="1"/>
          <p:nvPr/>
        </p:nvSpPr>
        <p:spPr>
          <a:xfrm>
            <a:off x="20207115" y="16836488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0.436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EB78590-E070-9793-C014-695144A7AA85}"/>
              </a:ext>
            </a:extLst>
          </p:cNvPr>
          <p:cNvSpPr txBox="1"/>
          <p:nvPr/>
        </p:nvSpPr>
        <p:spPr>
          <a:xfrm>
            <a:off x="20318411" y="17091022"/>
            <a:ext cx="14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0.465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B80E7EA6-29EE-A1C4-89CA-B6F73FB03D27}"/>
              </a:ext>
            </a:extLst>
          </p:cNvPr>
          <p:cNvSpPr txBox="1"/>
          <p:nvPr/>
        </p:nvSpPr>
        <p:spPr>
          <a:xfrm>
            <a:off x="18392189" y="17974931"/>
            <a:ext cx="4973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Normalized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score(0~1;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HD95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shows/110)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6DF7D41-F452-C6B7-D020-02FE04D8598C}"/>
              </a:ext>
            </a:extLst>
          </p:cNvPr>
          <p:cNvSpPr txBox="1"/>
          <p:nvPr/>
        </p:nvSpPr>
        <p:spPr>
          <a:xfrm rot="5400000">
            <a:off x="21866879" y="15882292"/>
            <a:ext cx="226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CE4FA4A6-E0BF-0D7B-8B59-BF523A07CA91}"/>
              </a:ext>
            </a:extLst>
          </p:cNvPr>
          <p:cNvSpPr txBox="1"/>
          <p:nvPr/>
        </p:nvSpPr>
        <p:spPr>
          <a:xfrm rot="5400000">
            <a:off x="21897657" y="13212663"/>
            <a:ext cx="226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0BFDFE6B-29C3-9E86-93EC-D152B11E8700}"/>
              </a:ext>
            </a:extLst>
          </p:cNvPr>
          <p:cNvSpPr txBox="1"/>
          <p:nvPr/>
        </p:nvSpPr>
        <p:spPr>
          <a:xfrm>
            <a:off x="18783032" y="17648822"/>
            <a:ext cx="1007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D005F715-5733-F800-8FDA-DD5A4E7163C2}"/>
              </a:ext>
            </a:extLst>
          </p:cNvPr>
          <p:cNvSpPr txBox="1"/>
          <p:nvPr/>
        </p:nvSpPr>
        <p:spPr>
          <a:xfrm>
            <a:off x="19707962" y="17648822"/>
            <a:ext cx="1007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HD95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89742E8-AA6E-95E4-748E-32591AE28DD2}"/>
              </a:ext>
            </a:extLst>
          </p:cNvPr>
          <p:cNvSpPr txBox="1"/>
          <p:nvPr/>
        </p:nvSpPr>
        <p:spPr>
          <a:xfrm>
            <a:off x="21059527" y="17648822"/>
            <a:ext cx="1141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AUROC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E1270AA5-3418-1A6B-AD1D-275C5E07B394}"/>
              </a:ext>
            </a:extLst>
          </p:cNvPr>
          <p:cNvSpPr txBox="1"/>
          <p:nvPr/>
        </p:nvSpPr>
        <p:spPr>
          <a:xfrm>
            <a:off x="22141931" y="17650202"/>
            <a:ext cx="1007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AUPRC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5" name="图片 164">
            <a:extLst>
              <a:ext uri="{FF2B5EF4-FFF2-40B4-BE49-F238E27FC236}">
                <a16:creationId xmlns:a16="http://schemas.microsoft.com/office/drawing/2014/main" id="{D4BAEABF-FF25-9BE8-6B10-1518E815CC3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58771" y="11866221"/>
            <a:ext cx="6340944" cy="6480000"/>
          </a:xfrm>
          <a:prstGeom prst="rect">
            <a:avLst/>
          </a:prstGeom>
        </p:spPr>
      </p:pic>
      <p:sp>
        <p:nvSpPr>
          <p:cNvPr id="166" name="文本框 165">
            <a:extLst>
              <a:ext uri="{FF2B5EF4-FFF2-40B4-BE49-F238E27FC236}">
                <a16:creationId xmlns:a16="http://schemas.microsoft.com/office/drawing/2014/main" id="{046B0169-5236-1684-5107-8E74A420DA3C}"/>
              </a:ext>
            </a:extLst>
          </p:cNvPr>
          <p:cNvSpPr txBox="1"/>
          <p:nvPr/>
        </p:nvSpPr>
        <p:spPr>
          <a:xfrm>
            <a:off x="10441798" y="1144080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15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243</Words>
  <Application>Microsoft Macintosh PowerPoint</Application>
  <PresentationFormat>自定义</PresentationFormat>
  <Paragraphs>122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T210463</dc:creator>
  <cp:lastModifiedBy>T210463</cp:lastModifiedBy>
  <cp:revision>12</cp:revision>
  <dcterms:created xsi:type="dcterms:W3CDTF">2026-06-27T09:11:14Z</dcterms:created>
  <dcterms:modified xsi:type="dcterms:W3CDTF">2026-07-15T13:48:27Z</dcterms:modified>
</cp:coreProperties>
</file>