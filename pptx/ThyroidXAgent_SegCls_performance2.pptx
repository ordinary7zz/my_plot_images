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56" r:id="rId2"/>
  </p:sldIdLst>
  <p:sldSz cx="23760113" cy="288004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8A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85"/>
    <p:restoredTop sz="94576"/>
  </p:normalViewPr>
  <p:slideViewPr>
    <p:cSldViewPr snapToGrid="0">
      <p:cViewPr varScale="1">
        <p:scale>
          <a:sx n="28" d="100"/>
          <a:sy n="28" d="100"/>
        </p:scale>
        <p:origin x="288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D233F3-9C5C-C340-A500-16B97D2B5663}" type="datetimeFigureOut">
              <a:rPr kumimoji="1" lang="zh-CN" altLang="en-US" smtClean="0"/>
              <a:t>2026/6/27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155825" y="1143000"/>
            <a:ext cx="25463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6EE3B3-F54A-434E-BF51-91CA39BEF0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136361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2522830" rtl="0" eaLnBrk="1" latinLnBrk="0" hangingPunct="1">
      <a:defRPr sz="3311" kern="1200">
        <a:solidFill>
          <a:schemeClr val="tx1"/>
        </a:solidFill>
        <a:latin typeface="+mn-lt"/>
        <a:ea typeface="+mn-ea"/>
        <a:cs typeface="+mn-cs"/>
      </a:defRPr>
    </a:lvl1pPr>
    <a:lvl2pPr marL="1261415" algn="l" defTabSz="2522830" rtl="0" eaLnBrk="1" latinLnBrk="0" hangingPunct="1">
      <a:defRPr sz="3311" kern="1200">
        <a:solidFill>
          <a:schemeClr val="tx1"/>
        </a:solidFill>
        <a:latin typeface="+mn-lt"/>
        <a:ea typeface="+mn-ea"/>
        <a:cs typeface="+mn-cs"/>
      </a:defRPr>
    </a:lvl2pPr>
    <a:lvl3pPr marL="2522830" algn="l" defTabSz="2522830" rtl="0" eaLnBrk="1" latinLnBrk="0" hangingPunct="1">
      <a:defRPr sz="3311" kern="1200">
        <a:solidFill>
          <a:schemeClr val="tx1"/>
        </a:solidFill>
        <a:latin typeface="+mn-lt"/>
        <a:ea typeface="+mn-ea"/>
        <a:cs typeface="+mn-cs"/>
      </a:defRPr>
    </a:lvl3pPr>
    <a:lvl4pPr marL="3784244" algn="l" defTabSz="2522830" rtl="0" eaLnBrk="1" latinLnBrk="0" hangingPunct="1">
      <a:defRPr sz="3311" kern="1200">
        <a:solidFill>
          <a:schemeClr val="tx1"/>
        </a:solidFill>
        <a:latin typeface="+mn-lt"/>
        <a:ea typeface="+mn-ea"/>
        <a:cs typeface="+mn-cs"/>
      </a:defRPr>
    </a:lvl4pPr>
    <a:lvl5pPr marL="5045659" algn="l" defTabSz="2522830" rtl="0" eaLnBrk="1" latinLnBrk="0" hangingPunct="1">
      <a:defRPr sz="3311" kern="1200">
        <a:solidFill>
          <a:schemeClr val="tx1"/>
        </a:solidFill>
        <a:latin typeface="+mn-lt"/>
        <a:ea typeface="+mn-ea"/>
        <a:cs typeface="+mn-cs"/>
      </a:defRPr>
    </a:lvl5pPr>
    <a:lvl6pPr marL="6307074" algn="l" defTabSz="2522830" rtl="0" eaLnBrk="1" latinLnBrk="0" hangingPunct="1">
      <a:defRPr sz="3311" kern="1200">
        <a:solidFill>
          <a:schemeClr val="tx1"/>
        </a:solidFill>
        <a:latin typeface="+mn-lt"/>
        <a:ea typeface="+mn-ea"/>
        <a:cs typeface="+mn-cs"/>
      </a:defRPr>
    </a:lvl6pPr>
    <a:lvl7pPr marL="7568489" algn="l" defTabSz="2522830" rtl="0" eaLnBrk="1" latinLnBrk="0" hangingPunct="1">
      <a:defRPr sz="3311" kern="1200">
        <a:solidFill>
          <a:schemeClr val="tx1"/>
        </a:solidFill>
        <a:latin typeface="+mn-lt"/>
        <a:ea typeface="+mn-ea"/>
        <a:cs typeface="+mn-cs"/>
      </a:defRPr>
    </a:lvl7pPr>
    <a:lvl8pPr marL="8829904" algn="l" defTabSz="2522830" rtl="0" eaLnBrk="1" latinLnBrk="0" hangingPunct="1">
      <a:defRPr sz="3311" kern="1200">
        <a:solidFill>
          <a:schemeClr val="tx1"/>
        </a:solidFill>
        <a:latin typeface="+mn-lt"/>
        <a:ea typeface="+mn-ea"/>
        <a:cs typeface="+mn-cs"/>
      </a:defRPr>
    </a:lvl8pPr>
    <a:lvl9pPr marL="10091318" algn="l" defTabSz="2522830" rtl="0" eaLnBrk="1" latinLnBrk="0" hangingPunct="1">
      <a:defRPr sz="3311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6EE3B3-F54A-434E-BF51-91CA39BEF00D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566494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82009" y="4713405"/>
            <a:ext cx="20196096" cy="10026815"/>
          </a:xfrm>
        </p:spPr>
        <p:txBody>
          <a:bodyPr anchor="b"/>
          <a:lstStyle>
            <a:lvl1pPr algn="ctr">
              <a:defRPr sz="1559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70014" y="15126892"/>
            <a:ext cx="17820085" cy="6953434"/>
          </a:xfrm>
        </p:spPr>
        <p:txBody>
          <a:bodyPr/>
          <a:lstStyle>
            <a:lvl1pPr marL="0" indent="0" algn="ctr">
              <a:buNone/>
              <a:defRPr sz="6236"/>
            </a:lvl1pPr>
            <a:lvl2pPr marL="1187988" indent="0" algn="ctr">
              <a:buNone/>
              <a:defRPr sz="5197"/>
            </a:lvl2pPr>
            <a:lvl3pPr marL="2375977" indent="0" algn="ctr">
              <a:buNone/>
              <a:defRPr sz="4677"/>
            </a:lvl3pPr>
            <a:lvl4pPr marL="3563965" indent="0" algn="ctr">
              <a:buNone/>
              <a:defRPr sz="4157"/>
            </a:lvl4pPr>
            <a:lvl5pPr marL="4751954" indent="0" algn="ctr">
              <a:buNone/>
              <a:defRPr sz="4157"/>
            </a:lvl5pPr>
            <a:lvl6pPr marL="5939942" indent="0" algn="ctr">
              <a:buNone/>
              <a:defRPr sz="4157"/>
            </a:lvl6pPr>
            <a:lvl7pPr marL="7127931" indent="0" algn="ctr">
              <a:buNone/>
              <a:defRPr sz="4157"/>
            </a:lvl7pPr>
            <a:lvl8pPr marL="8315919" indent="0" algn="ctr">
              <a:buNone/>
              <a:defRPr sz="4157"/>
            </a:lvl8pPr>
            <a:lvl9pPr marL="9503908" indent="0" algn="ctr">
              <a:buNone/>
              <a:defRPr sz="4157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7C5C5-9E2A-B947-86D8-0283AC7248AD}" type="datetimeFigureOut">
              <a:rPr kumimoji="1" lang="zh-CN" altLang="en-US" smtClean="0"/>
              <a:t>2026/6/27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739E5-0580-6647-B8FE-069D24C920B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68088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7C5C5-9E2A-B947-86D8-0283AC7248AD}" type="datetimeFigureOut">
              <a:rPr kumimoji="1" lang="zh-CN" altLang="en-US" smtClean="0"/>
              <a:t>2026/6/27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739E5-0580-6647-B8FE-069D24C920B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380966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1134" y="7180114"/>
            <a:ext cx="20493097" cy="11980175"/>
          </a:xfrm>
        </p:spPr>
        <p:txBody>
          <a:bodyPr anchor="b"/>
          <a:lstStyle>
            <a:lvl1pPr>
              <a:defRPr sz="1559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1134" y="19273626"/>
            <a:ext cx="20493097" cy="6300091"/>
          </a:xfrm>
        </p:spPr>
        <p:txBody>
          <a:bodyPr/>
          <a:lstStyle>
            <a:lvl1pPr marL="0" indent="0">
              <a:buNone/>
              <a:defRPr sz="6236">
                <a:solidFill>
                  <a:schemeClr val="tx1">
                    <a:tint val="82000"/>
                  </a:schemeClr>
                </a:solidFill>
              </a:defRPr>
            </a:lvl1pPr>
            <a:lvl2pPr marL="1187988" indent="0">
              <a:buNone/>
              <a:defRPr sz="5197">
                <a:solidFill>
                  <a:schemeClr val="tx1">
                    <a:tint val="82000"/>
                  </a:schemeClr>
                </a:solidFill>
              </a:defRPr>
            </a:lvl2pPr>
            <a:lvl3pPr marL="2375977" indent="0">
              <a:buNone/>
              <a:defRPr sz="4677">
                <a:solidFill>
                  <a:schemeClr val="tx1">
                    <a:tint val="82000"/>
                  </a:schemeClr>
                </a:solidFill>
              </a:defRPr>
            </a:lvl3pPr>
            <a:lvl4pPr marL="3563965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4pPr>
            <a:lvl5pPr marL="4751954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5pPr>
            <a:lvl6pPr marL="5939942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6pPr>
            <a:lvl7pPr marL="7127931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7pPr>
            <a:lvl8pPr marL="8315919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8pPr>
            <a:lvl9pPr marL="9503908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7C5C5-9E2A-B947-86D8-0283AC7248AD}" type="datetimeFigureOut">
              <a:rPr kumimoji="1" lang="zh-CN" altLang="en-US" smtClean="0"/>
              <a:t>2026/6/27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739E5-0580-6647-B8FE-069D24C920B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279546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33508" y="7666780"/>
            <a:ext cx="10098048" cy="1827360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028557" y="7666780"/>
            <a:ext cx="10098048" cy="1827360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7C5C5-9E2A-B947-86D8-0283AC7248AD}" type="datetimeFigureOut">
              <a:rPr kumimoji="1" lang="zh-CN" altLang="en-US" smtClean="0"/>
              <a:t>2026/6/27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739E5-0580-6647-B8FE-069D24C920B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553513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6603" y="1533362"/>
            <a:ext cx="20493097" cy="5566751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36605" y="7060106"/>
            <a:ext cx="10051640" cy="3460049"/>
          </a:xfrm>
        </p:spPr>
        <p:txBody>
          <a:bodyPr anchor="b"/>
          <a:lstStyle>
            <a:lvl1pPr marL="0" indent="0">
              <a:buNone/>
              <a:defRPr sz="6236" b="1"/>
            </a:lvl1pPr>
            <a:lvl2pPr marL="1187988" indent="0">
              <a:buNone/>
              <a:defRPr sz="5197" b="1"/>
            </a:lvl2pPr>
            <a:lvl3pPr marL="2375977" indent="0">
              <a:buNone/>
              <a:defRPr sz="4677" b="1"/>
            </a:lvl3pPr>
            <a:lvl4pPr marL="3563965" indent="0">
              <a:buNone/>
              <a:defRPr sz="4157" b="1"/>
            </a:lvl4pPr>
            <a:lvl5pPr marL="4751954" indent="0">
              <a:buNone/>
              <a:defRPr sz="4157" b="1"/>
            </a:lvl5pPr>
            <a:lvl6pPr marL="5939942" indent="0">
              <a:buNone/>
              <a:defRPr sz="4157" b="1"/>
            </a:lvl6pPr>
            <a:lvl7pPr marL="7127931" indent="0">
              <a:buNone/>
              <a:defRPr sz="4157" b="1"/>
            </a:lvl7pPr>
            <a:lvl8pPr marL="8315919" indent="0">
              <a:buNone/>
              <a:defRPr sz="4157" b="1"/>
            </a:lvl8pPr>
            <a:lvl9pPr marL="9503908" indent="0">
              <a:buNone/>
              <a:defRPr sz="4157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36605" y="10520155"/>
            <a:ext cx="10051640" cy="1547356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028558" y="7060106"/>
            <a:ext cx="10101143" cy="3460049"/>
          </a:xfrm>
        </p:spPr>
        <p:txBody>
          <a:bodyPr anchor="b"/>
          <a:lstStyle>
            <a:lvl1pPr marL="0" indent="0">
              <a:buNone/>
              <a:defRPr sz="6236" b="1"/>
            </a:lvl1pPr>
            <a:lvl2pPr marL="1187988" indent="0">
              <a:buNone/>
              <a:defRPr sz="5197" b="1"/>
            </a:lvl2pPr>
            <a:lvl3pPr marL="2375977" indent="0">
              <a:buNone/>
              <a:defRPr sz="4677" b="1"/>
            </a:lvl3pPr>
            <a:lvl4pPr marL="3563965" indent="0">
              <a:buNone/>
              <a:defRPr sz="4157" b="1"/>
            </a:lvl4pPr>
            <a:lvl5pPr marL="4751954" indent="0">
              <a:buNone/>
              <a:defRPr sz="4157" b="1"/>
            </a:lvl5pPr>
            <a:lvl6pPr marL="5939942" indent="0">
              <a:buNone/>
              <a:defRPr sz="4157" b="1"/>
            </a:lvl6pPr>
            <a:lvl7pPr marL="7127931" indent="0">
              <a:buNone/>
              <a:defRPr sz="4157" b="1"/>
            </a:lvl7pPr>
            <a:lvl8pPr marL="8315919" indent="0">
              <a:buNone/>
              <a:defRPr sz="4157" b="1"/>
            </a:lvl8pPr>
            <a:lvl9pPr marL="9503908" indent="0">
              <a:buNone/>
              <a:defRPr sz="4157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028558" y="10520155"/>
            <a:ext cx="10101143" cy="1547356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7C5C5-9E2A-B947-86D8-0283AC7248AD}" type="datetimeFigureOut">
              <a:rPr kumimoji="1" lang="zh-CN" altLang="en-US" smtClean="0"/>
              <a:t>2026/6/27</a:t>
            </a:fld>
            <a:endParaRPr kumimoji="1"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739E5-0580-6647-B8FE-069D24C920B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154374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7C5C5-9E2A-B947-86D8-0283AC7248AD}" type="datetimeFigureOut">
              <a:rPr kumimoji="1" lang="zh-CN" altLang="en-US" smtClean="0"/>
              <a:t>2026/6/27</a:t>
            </a:fld>
            <a:endParaRPr kumimoji="1"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739E5-0580-6647-B8FE-069D24C920B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287416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7C5C5-9E2A-B947-86D8-0283AC7248AD}" type="datetimeFigureOut">
              <a:rPr kumimoji="1" lang="zh-CN" altLang="en-US" smtClean="0"/>
              <a:t>2026/6/27</a:t>
            </a:fld>
            <a:endParaRPr kumimoji="1"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739E5-0580-6647-B8FE-069D24C920B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31729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6602" y="1920028"/>
            <a:ext cx="7663255" cy="6720099"/>
          </a:xfrm>
        </p:spPr>
        <p:txBody>
          <a:bodyPr anchor="b"/>
          <a:lstStyle>
            <a:lvl1pPr>
              <a:defRPr sz="831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101143" y="4146734"/>
            <a:ext cx="12028557" cy="20466969"/>
          </a:xfrm>
        </p:spPr>
        <p:txBody>
          <a:bodyPr/>
          <a:lstStyle>
            <a:lvl1pPr>
              <a:defRPr sz="8315"/>
            </a:lvl1pPr>
            <a:lvl2pPr>
              <a:defRPr sz="7276"/>
            </a:lvl2pPr>
            <a:lvl3pPr>
              <a:defRPr sz="6236"/>
            </a:lvl3pPr>
            <a:lvl4pPr>
              <a:defRPr sz="5197"/>
            </a:lvl4pPr>
            <a:lvl5pPr>
              <a:defRPr sz="5197"/>
            </a:lvl5pPr>
            <a:lvl6pPr>
              <a:defRPr sz="5197"/>
            </a:lvl6pPr>
            <a:lvl7pPr>
              <a:defRPr sz="5197"/>
            </a:lvl7pPr>
            <a:lvl8pPr>
              <a:defRPr sz="5197"/>
            </a:lvl8pPr>
            <a:lvl9pPr>
              <a:defRPr sz="5197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36602" y="8640127"/>
            <a:ext cx="7663255" cy="16006905"/>
          </a:xfrm>
        </p:spPr>
        <p:txBody>
          <a:bodyPr/>
          <a:lstStyle>
            <a:lvl1pPr marL="0" indent="0">
              <a:buNone/>
              <a:defRPr sz="4157"/>
            </a:lvl1pPr>
            <a:lvl2pPr marL="1187988" indent="0">
              <a:buNone/>
              <a:defRPr sz="3638"/>
            </a:lvl2pPr>
            <a:lvl3pPr marL="2375977" indent="0">
              <a:buNone/>
              <a:defRPr sz="3118"/>
            </a:lvl3pPr>
            <a:lvl4pPr marL="3563965" indent="0">
              <a:buNone/>
              <a:defRPr sz="2598"/>
            </a:lvl4pPr>
            <a:lvl5pPr marL="4751954" indent="0">
              <a:buNone/>
              <a:defRPr sz="2598"/>
            </a:lvl5pPr>
            <a:lvl6pPr marL="5939942" indent="0">
              <a:buNone/>
              <a:defRPr sz="2598"/>
            </a:lvl6pPr>
            <a:lvl7pPr marL="7127931" indent="0">
              <a:buNone/>
              <a:defRPr sz="2598"/>
            </a:lvl7pPr>
            <a:lvl8pPr marL="8315919" indent="0">
              <a:buNone/>
              <a:defRPr sz="2598"/>
            </a:lvl8pPr>
            <a:lvl9pPr marL="9503908" indent="0">
              <a:buNone/>
              <a:defRPr sz="2598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7C5C5-9E2A-B947-86D8-0283AC7248AD}" type="datetimeFigureOut">
              <a:rPr kumimoji="1" lang="zh-CN" altLang="en-US" smtClean="0"/>
              <a:t>2026/6/27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739E5-0580-6647-B8FE-069D24C920B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727042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6602" y="1920028"/>
            <a:ext cx="7663255" cy="6720099"/>
          </a:xfrm>
        </p:spPr>
        <p:txBody>
          <a:bodyPr anchor="b"/>
          <a:lstStyle>
            <a:lvl1pPr>
              <a:defRPr sz="831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101143" y="4146734"/>
            <a:ext cx="12028557" cy="20466969"/>
          </a:xfrm>
        </p:spPr>
        <p:txBody>
          <a:bodyPr anchor="t"/>
          <a:lstStyle>
            <a:lvl1pPr marL="0" indent="0">
              <a:buNone/>
              <a:defRPr sz="8315"/>
            </a:lvl1pPr>
            <a:lvl2pPr marL="1187988" indent="0">
              <a:buNone/>
              <a:defRPr sz="7276"/>
            </a:lvl2pPr>
            <a:lvl3pPr marL="2375977" indent="0">
              <a:buNone/>
              <a:defRPr sz="6236"/>
            </a:lvl3pPr>
            <a:lvl4pPr marL="3563965" indent="0">
              <a:buNone/>
              <a:defRPr sz="5197"/>
            </a:lvl4pPr>
            <a:lvl5pPr marL="4751954" indent="0">
              <a:buNone/>
              <a:defRPr sz="5197"/>
            </a:lvl5pPr>
            <a:lvl6pPr marL="5939942" indent="0">
              <a:buNone/>
              <a:defRPr sz="5197"/>
            </a:lvl6pPr>
            <a:lvl7pPr marL="7127931" indent="0">
              <a:buNone/>
              <a:defRPr sz="5197"/>
            </a:lvl7pPr>
            <a:lvl8pPr marL="8315919" indent="0">
              <a:buNone/>
              <a:defRPr sz="5197"/>
            </a:lvl8pPr>
            <a:lvl9pPr marL="9503908" indent="0">
              <a:buNone/>
              <a:defRPr sz="5197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36602" y="8640127"/>
            <a:ext cx="7663255" cy="16006905"/>
          </a:xfrm>
        </p:spPr>
        <p:txBody>
          <a:bodyPr/>
          <a:lstStyle>
            <a:lvl1pPr marL="0" indent="0">
              <a:buNone/>
              <a:defRPr sz="4157"/>
            </a:lvl1pPr>
            <a:lvl2pPr marL="1187988" indent="0">
              <a:buNone/>
              <a:defRPr sz="3638"/>
            </a:lvl2pPr>
            <a:lvl3pPr marL="2375977" indent="0">
              <a:buNone/>
              <a:defRPr sz="3118"/>
            </a:lvl3pPr>
            <a:lvl4pPr marL="3563965" indent="0">
              <a:buNone/>
              <a:defRPr sz="2598"/>
            </a:lvl4pPr>
            <a:lvl5pPr marL="4751954" indent="0">
              <a:buNone/>
              <a:defRPr sz="2598"/>
            </a:lvl5pPr>
            <a:lvl6pPr marL="5939942" indent="0">
              <a:buNone/>
              <a:defRPr sz="2598"/>
            </a:lvl6pPr>
            <a:lvl7pPr marL="7127931" indent="0">
              <a:buNone/>
              <a:defRPr sz="2598"/>
            </a:lvl7pPr>
            <a:lvl8pPr marL="8315919" indent="0">
              <a:buNone/>
              <a:defRPr sz="2598"/>
            </a:lvl8pPr>
            <a:lvl9pPr marL="9503908" indent="0">
              <a:buNone/>
              <a:defRPr sz="2598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7C5C5-9E2A-B947-86D8-0283AC7248AD}" type="datetimeFigureOut">
              <a:rPr kumimoji="1" lang="zh-CN" altLang="en-US" smtClean="0"/>
              <a:t>2026/6/27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739E5-0580-6647-B8FE-069D24C920B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892288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7C5C5-9E2A-B947-86D8-0283AC7248AD}" type="datetimeFigureOut">
              <a:rPr kumimoji="1" lang="zh-CN" altLang="en-US" smtClean="0"/>
              <a:t>2026/6/27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739E5-0580-6647-B8FE-069D24C920B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6151223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7003332" y="1533356"/>
            <a:ext cx="5123274" cy="24407029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33509" y="1533356"/>
            <a:ext cx="15072822" cy="24407029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7C5C5-9E2A-B947-86D8-0283AC7248AD}" type="datetimeFigureOut">
              <a:rPr kumimoji="1" lang="zh-CN" altLang="en-US" smtClean="0"/>
              <a:t>2026/6/27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739E5-0580-6647-B8FE-069D24C920B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7976847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33508" y="1533362"/>
            <a:ext cx="20493097" cy="55667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33508" y="7666780"/>
            <a:ext cx="20493097" cy="182736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33508" y="26693734"/>
            <a:ext cx="5346025" cy="153335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11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27C5C5-9E2A-B947-86D8-0283AC7248AD}" type="datetimeFigureOut">
              <a:rPr kumimoji="1" lang="zh-CN" altLang="en-US" smtClean="0"/>
              <a:t>2026/6/27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870538" y="26693734"/>
            <a:ext cx="8019038" cy="153335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11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6780580" y="26693734"/>
            <a:ext cx="5346025" cy="153335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11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65739E5-0580-6647-B8FE-069D24C920B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374242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375977" rtl="0" eaLnBrk="1" latinLnBrk="0" hangingPunct="1">
        <a:lnSpc>
          <a:spcPct val="90000"/>
        </a:lnSpc>
        <a:spcBef>
          <a:spcPct val="0"/>
        </a:spcBef>
        <a:buNone/>
        <a:defRPr sz="114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93994" indent="-593994" algn="l" defTabSz="2375977" rtl="0" eaLnBrk="1" latinLnBrk="0" hangingPunct="1">
        <a:lnSpc>
          <a:spcPct val="90000"/>
        </a:lnSpc>
        <a:spcBef>
          <a:spcPts val="2598"/>
        </a:spcBef>
        <a:buFont typeface="Arial" panose="020B0604020202020204" pitchFamily="34" charset="0"/>
        <a:buChar char="•"/>
        <a:defRPr sz="7276" kern="1200">
          <a:solidFill>
            <a:schemeClr val="tx1"/>
          </a:solidFill>
          <a:latin typeface="+mn-lt"/>
          <a:ea typeface="+mn-ea"/>
          <a:cs typeface="+mn-cs"/>
        </a:defRPr>
      </a:lvl1pPr>
      <a:lvl2pPr marL="1781983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6236" kern="1200">
          <a:solidFill>
            <a:schemeClr val="tx1"/>
          </a:solidFill>
          <a:latin typeface="+mn-lt"/>
          <a:ea typeface="+mn-ea"/>
          <a:cs typeface="+mn-cs"/>
        </a:defRPr>
      </a:lvl2pPr>
      <a:lvl3pPr marL="2969971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5197" kern="1200">
          <a:solidFill>
            <a:schemeClr val="tx1"/>
          </a:solidFill>
          <a:latin typeface="+mn-lt"/>
          <a:ea typeface="+mn-ea"/>
          <a:cs typeface="+mn-cs"/>
        </a:defRPr>
      </a:lvl3pPr>
      <a:lvl4pPr marL="4157960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4pPr>
      <a:lvl5pPr marL="5345948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5pPr>
      <a:lvl6pPr marL="6533937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6pPr>
      <a:lvl7pPr marL="7721925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7pPr>
      <a:lvl8pPr marL="8909914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8pPr>
      <a:lvl9pPr marL="10097902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1pPr>
      <a:lvl2pPr marL="1187988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2pPr>
      <a:lvl3pPr marL="2375977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563965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4pPr>
      <a:lvl5pPr marL="4751954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5pPr>
      <a:lvl6pPr marL="5939942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6pPr>
      <a:lvl7pPr marL="7127931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7pPr>
      <a:lvl8pPr marL="8315919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8pPr>
      <a:lvl9pPr marL="9503908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svg"/><Relationship Id="rId18" Type="http://schemas.openxmlformats.org/officeDocument/2006/relationships/image" Target="../media/image16.png"/><Relationship Id="rId3" Type="http://schemas.openxmlformats.org/officeDocument/2006/relationships/image" Target="../media/image1.svg"/><Relationship Id="rId21" Type="http://schemas.openxmlformats.org/officeDocument/2006/relationships/image" Target="../media/image19.sv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sv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1.sv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7.svg"/><Relationship Id="rId14" Type="http://schemas.openxmlformats.org/officeDocument/2006/relationships/image" Target="../media/image12.png"/><Relationship Id="rId22" Type="http://schemas.openxmlformats.org/officeDocument/2006/relationships/image" Target="../media/image20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圆角矩形 3">
            <a:extLst>
              <a:ext uri="{FF2B5EF4-FFF2-40B4-BE49-F238E27FC236}">
                <a16:creationId xmlns:a16="http://schemas.microsoft.com/office/drawing/2014/main" id="{9537712E-8364-952C-BD0E-C0259502D607}"/>
              </a:ext>
            </a:extLst>
          </p:cNvPr>
          <p:cNvSpPr/>
          <p:nvPr/>
        </p:nvSpPr>
        <p:spPr>
          <a:xfrm>
            <a:off x="12120001" y="14388343"/>
            <a:ext cx="4377600" cy="1807295"/>
          </a:xfrm>
          <a:prstGeom prst="roundRect">
            <a:avLst/>
          </a:prstGeom>
          <a:solidFill>
            <a:srgbClr val="E6E7E7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5" name="圆角矩形 4">
            <a:extLst>
              <a:ext uri="{FF2B5EF4-FFF2-40B4-BE49-F238E27FC236}">
                <a16:creationId xmlns:a16="http://schemas.microsoft.com/office/drawing/2014/main" id="{FBD33258-319E-E183-413A-5D8BFEA8F9A6}"/>
              </a:ext>
            </a:extLst>
          </p:cNvPr>
          <p:cNvSpPr/>
          <p:nvPr/>
        </p:nvSpPr>
        <p:spPr>
          <a:xfrm>
            <a:off x="12120001" y="12001607"/>
            <a:ext cx="4377600" cy="1393200"/>
          </a:xfrm>
          <a:prstGeom prst="roundRect">
            <a:avLst/>
          </a:prstGeom>
          <a:solidFill>
            <a:srgbClr val="E6E7E7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6" name="圆角矩形 5">
            <a:extLst>
              <a:ext uri="{FF2B5EF4-FFF2-40B4-BE49-F238E27FC236}">
                <a16:creationId xmlns:a16="http://schemas.microsoft.com/office/drawing/2014/main" id="{99DFB233-51F7-2F47-38AE-347F774D559E}"/>
              </a:ext>
            </a:extLst>
          </p:cNvPr>
          <p:cNvSpPr/>
          <p:nvPr/>
        </p:nvSpPr>
        <p:spPr>
          <a:xfrm>
            <a:off x="7097675" y="16219721"/>
            <a:ext cx="4377563" cy="1149131"/>
          </a:xfrm>
          <a:prstGeom prst="roundRect">
            <a:avLst/>
          </a:prstGeom>
          <a:solidFill>
            <a:srgbClr val="EDEDEE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7" name="圆角矩形 6">
            <a:extLst>
              <a:ext uri="{FF2B5EF4-FFF2-40B4-BE49-F238E27FC236}">
                <a16:creationId xmlns:a16="http://schemas.microsoft.com/office/drawing/2014/main" id="{E9595BD2-4256-6B06-BE93-A99034763FB6}"/>
              </a:ext>
            </a:extLst>
          </p:cNvPr>
          <p:cNvSpPr/>
          <p:nvPr/>
        </p:nvSpPr>
        <p:spPr>
          <a:xfrm>
            <a:off x="7118113" y="11780412"/>
            <a:ext cx="4377563" cy="1807295"/>
          </a:xfrm>
          <a:prstGeom prst="roundRect">
            <a:avLst/>
          </a:prstGeom>
          <a:solidFill>
            <a:srgbClr val="E6E7E7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pic>
        <p:nvPicPr>
          <p:cNvPr id="8" name="图形 7">
            <a:extLst>
              <a:ext uri="{FF2B5EF4-FFF2-40B4-BE49-F238E27FC236}">
                <a16:creationId xmlns:a16="http://schemas.microsoft.com/office/drawing/2014/main" id="{C2585215-A5AD-769C-7410-0509486E4F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29276" y="5408173"/>
            <a:ext cx="8280000" cy="5692500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69A3D0CE-08A3-C7EC-4F41-05E075D72E40}"/>
              </a:ext>
            </a:extLst>
          </p:cNvPr>
          <p:cNvSpPr txBox="1"/>
          <p:nvPr/>
        </p:nvSpPr>
        <p:spPr>
          <a:xfrm>
            <a:off x="70979" y="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3390481-FF7D-F147-6260-5B43A3E676AA}"/>
              </a:ext>
            </a:extLst>
          </p:cNvPr>
          <p:cNvSpPr txBox="1"/>
          <p:nvPr/>
        </p:nvSpPr>
        <p:spPr>
          <a:xfrm>
            <a:off x="6312450" y="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BF58429-4BF8-0A80-B036-4ABFEB82DC79}"/>
              </a:ext>
            </a:extLst>
          </p:cNvPr>
          <p:cNvSpPr txBox="1"/>
          <p:nvPr/>
        </p:nvSpPr>
        <p:spPr>
          <a:xfrm>
            <a:off x="-12092" y="5268807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5C0BF6C-2CE6-8C2C-E547-5E6DF30321D4}"/>
              </a:ext>
            </a:extLst>
          </p:cNvPr>
          <p:cNvSpPr txBox="1"/>
          <p:nvPr/>
        </p:nvSpPr>
        <p:spPr>
          <a:xfrm>
            <a:off x="10381497" y="5495545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30754F5-9AAC-37BF-FFC6-2ABE97224169}"/>
              </a:ext>
            </a:extLst>
          </p:cNvPr>
          <p:cNvSpPr txBox="1"/>
          <p:nvPr/>
        </p:nvSpPr>
        <p:spPr>
          <a:xfrm>
            <a:off x="17209038" y="549720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g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7A47413-3D70-C1B5-8274-2CBBB83F3D3F}"/>
              </a:ext>
            </a:extLst>
          </p:cNvPr>
          <p:cNvSpPr txBox="1"/>
          <p:nvPr/>
        </p:nvSpPr>
        <p:spPr>
          <a:xfrm>
            <a:off x="9634761" y="5327734"/>
            <a:ext cx="9055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High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672F9CE-61D9-3E72-7D97-774C13CEEB2E}"/>
              </a:ext>
            </a:extLst>
          </p:cNvPr>
          <p:cNvSpPr txBox="1"/>
          <p:nvPr/>
        </p:nvSpPr>
        <p:spPr>
          <a:xfrm>
            <a:off x="9691160" y="10640414"/>
            <a:ext cx="9055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Low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6AD478E4-C602-C4AB-3A1B-00964A029F02}"/>
              </a:ext>
            </a:extLst>
          </p:cNvPr>
          <p:cNvSpPr txBox="1"/>
          <p:nvPr/>
        </p:nvSpPr>
        <p:spPr>
          <a:xfrm rot="16200000">
            <a:off x="8776816" y="7999044"/>
            <a:ext cx="23625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Feature Value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B2B383E3-C8E8-9502-FF86-9B239B19D532}"/>
              </a:ext>
            </a:extLst>
          </p:cNvPr>
          <p:cNvSpPr txBox="1"/>
          <p:nvPr/>
        </p:nvSpPr>
        <p:spPr>
          <a:xfrm>
            <a:off x="32400" y="5854577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 Sphericity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81ADB390-095B-3A5B-3064-D9986215D3E2}"/>
              </a:ext>
            </a:extLst>
          </p:cNvPr>
          <p:cNvSpPr txBox="1"/>
          <p:nvPr/>
        </p:nvSpPr>
        <p:spPr>
          <a:xfrm>
            <a:off x="32400" y="6320392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 Elongation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B660A37F-2E32-E823-6821-5BDE8E9195F8}"/>
              </a:ext>
            </a:extLst>
          </p:cNvPr>
          <p:cNvSpPr txBox="1"/>
          <p:nvPr/>
        </p:nvSpPr>
        <p:spPr>
          <a:xfrm>
            <a:off x="32400" y="6798892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RLM: LRHGLE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66DE93D6-89E7-D3C1-4EA9-232A87CE8F5E}"/>
              </a:ext>
            </a:extLst>
          </p:cNvPr>
          <p:cNvSpPr txBox="1"/>
          <p:nvPr/>
        </p:nvSpPr>
        <p:spPr>
          <a:xfrm>
            <a:off x="32400" y="7244495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INT: Skewness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93CE1A17-FBD5-02A7-1209-FBB06AD3D749}"/>
              </a:ext>
            </a:extLst>
          </p:cNvPr>
          <p:cNvSpPr txBox="1"/>
          <p:nvPr/>
        </p:nvSpPr>
        <p:spPr>
          <a:xfrm>
            <a:off x="32400" y="7731697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INT: Median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D65C28B7-E831-9C8D-D028-0C1E04C07DA6}"/>
              </a:ext>
            </a:extLst>
          </p:cNvPr>
          <p:cNvSpPr txBox="1"/>
          <p:nvPr/>
        </p:nvSpPr>
        <p:spPr>
          <a:xfrm>
            <a:off x="32400" y="8200212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GLCM: Corr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94B85016-BA74-F836-9223-C224EC0FAC76}"/>
              </a:ext>
            </a:extLst>
          </p:cNvPr>
          <p:cNvSpPr txBox="1"/>
          <p:nvPr/>
        </p:nvSpPr>
        <p:spPr>
          <a:xfrm>
            <a:off x="32400" y="8643070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TEX(RLM)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A5446B77-A407-7F04-8176-2EDB6985B104}"/>
              </a:ext>
            </a:extLst>
          </p:cNvPr>
          <p:cNvSpPr txBox="1"/>
          <p:nvPr/>
        </p:nvSpPr>
        <p:spPr>
          <a:xfrm>
            <a:off x="32400" y="9142230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TEX(GLCM)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8B3EDA13-D3F0-FCAF-1E1A-39443D7B6FE5}"/>
              </a:ext>
            </a:extLst>
          </p:cNvPr>
          <p:cNvSpPr txBox="1"/>
          <p:nvPr/>
        </p:nvSpPr>
        <p:spPr>
          <a:xfrm>
            <a:off x="32400" y="9641390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RLM: SRLGLE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BF45A4B-498A-6A24-F7AC-51ED51B6AD9E}"/>
              </a:ext>
            </a:extLst>
          </p:cNvPr>
          <p:cNvSpPr txBox="1"/>
          <p:nvPr/>
        </p:nvSpPr>
        <p:spPr>
          <a:xfrm>
            <a:off x="32400" y="10116301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INT: 10th </a:t>
            </a:r>
            <a:r>
              <a:rPr lang="en-US" altLang="zh-CN" sz="2400" dirty="0" err="1">
                <a:latin typeface="Arial" panose="020B0604020202020204" pitchFamily="34" charset="0"/>
                <a:cs typeface="Arial" panose="020B0604020202020204" pitchFamily="34" charset="0"/>
              </a:rPr>
              <a:t>pctl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2AEE13FC-96C7-134B-3D83-E2E9021D0483}"/>
              </a:ext>
            </a:extLst>
          </p:cNvPr>
          <p:cNvSpPr txBox="1"/>
          <p:nvPr/>
        </p:nvSpPr>
        <p:spPr>
          <a:xfrm>
            <a:off x="2742133" y="10856168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-3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F1B42F2D-60B3-0DBE-3B96-9124A4BA2527}"/>
              </a:ext>
            </a:extLst>
          </p:cNvPr>
          <p:cNvSpPr txBox="1"/>
          <p:nvPr/>
        </p:nvSpPr>
        <p:spPr>
          <a:xfrm>
            <a:off x="3776063" y="10847828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-2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F8EF1D73-CEC3-E52C-509C-4A6C21C25C96}"/>
              </a:ext>
            </a:extLst>
          </p:cNvPr>
          <p:cNvSpPr txBox="1"/>
          <p:nvPr/>
        </p:nvSpPr>
        <p:spPr>
          <a:xfrm>
            <a:off x="4827932" y="10847828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-1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EE87AAAF-D510-0F4B-ADCE-DE1584BFF287}"/>
              </a:ext>
            </a:extLst>
          </p:cNvPr>
          <p:cNvSpPr txBox="1"/>
          <p:nvPr/>
        </p:nvSpPr>
        <p:spPr>
          <a:xfrm>
            <a:off x="5861862" y="10847828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7889B897-0C31-9F5B-F9EA-BCB768B5B326}"/>
              </a:ext>
            </a:extLst>
          </p:cNvPr>
          <p:cNvSpPr txBox="1"/>
          <p:nvPr/>
        </p:nvSpPr>
        <p:spPr>
          <a:xfrm>
            <a:off x="6907606" y="10858604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66632AE7-8E8C-18B0-59F5-6C9CE1827F30}"/>
              </a:ext>
            </a:extLst>
          </p:cNvPr>
          <p:cNvSpPr txBox="1"/>
          <p:nvPr/>
        </p:nvSpPr>
        <p:spPr>
          <a:xfrm>
            <a:off x="7947661" y="10848752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A6AEE7BB-B96E-1A06-E765-3B06150E19C2}"/>
              </a:ext>
            </a:extLst>
          </p:cNvPr>
          <p:cNvSpPr txBox="1"/>
          <p:nvPr/>
        </p:nvSpPr>
        <p:spPr>
          <a:xfrm>
            <a:off x="8987716" y="10848752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434CB345-806D-2DB8-FBC4-DBEBBDD7E598}"/>
              </a:ext>
            </a:extLst>
          </p:cNvPr>
          <p:cNvSpPr txBox="1"/>
          <p:nvPr/>
        </p:nvSpPr>
        <p:spPr>
          <a:xfrm>
            <a:off x="4094887" y="10849546"/>
            <a:ext cx="20196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835E899F-2983-37FE-7D0B-D9CA6B19FC53}"/>
              </a:ext>
            </a:extLst>
          </p:cNvPr>
          <p:cNvSpPr txBox="1"/>
          <p:nvPr/>
        </p:nvSpPr>
        <p:spPr>
          <a:xfrm>
            <a:off x="2710697" y="11163736"/>
            <a:ext cx="6734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 contribution toward malignant (raw score)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53A63F4D-76F8-4ACD-DA93-D49370A58CA8}"/>
              </a:ext>
            </a:extLst>
          </p:cNvPr>
          <p:cNvSpPr txBox="1"/>
          <p:nvPr/>
        </p:nvSpPr>
        <p:spPr>
          <a:xfrm>
            <a:off x="12229304" y="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BF8A4726-D164-7AD1-16BA-F4BDDE99F7ED}"/>
              </a:ext>
            </a:extLst>
          </p:cNvPr>
          <p:cNvSpPr txBox="1"/>
          <p:nvPr/>
        </p:nvSpPr>
        <p:spPr>
          <a:xfrm>
            <a:off x="18027281" y="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矩形: 圆角 89">
            <a:extLst>
              <a:ext uri="{FF2B5EF4-FFF2-40B4-BE49-F238E27FC236}">
                <a16:creationId xmlns:a16="http://schemas.microsoft.com/office/drawing/2014/main" id="{5A0E630E-B9DC-81B0-B3FC-CA782B720045}"/>
              </a:ext>
            </a:extLst>
          </p:cNvPr>
          <p:cNvSpPr/>
          <p:nvPr/>
        </p:nvSpPr>
        <p:spPr>
          <a:xfrm>
            <a:off x="841262" y="14372958"/>
            <a:ext cx="5424255" cy="1382320"/>
          </a:xfrm>
          <a:prstGeom prst="roundRect">
            <a:avLst/>
          </a:prstGeom>
          <a:solidFill>
            <a:srgbClr val="8389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9" name="图片 38">
            <a:extLst>
              <a:ext uri="{FF2B5EF4-FFF2-40B4-BE49-F238E27FC236}">
                <a16:creationId xmlns:a16="http://schemas.microsoft.com/office/drawing/2014/main" id="{37CE6070-273D-F085-4B6D-92F36564A60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625" y="14560118"/>
            <a:ext cx="1007999" cy="1007999"/>
          </a:xfrm>
          <a:prstGeom prst="rect">
            <a:avLst/>
          </a:prstGeom>
        </p:spPr>
      </p:pic>
      <p:pic>
        <p:nvPicPr>
          <p:cNvPr id="40" name="图片 39">
            <a:extLst>
              <a:ext uri="{FF2B5EF4-FFF2-40B4-BE49-F238E27FC236}">
                <a16:creationId xmlns:a16="http://schemas.microsoft.com/office/drawing/2014/main" id="{71510180-4BF1-AECF-B0A7-EC3A08309F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6060" y="11981031"/>
            <a:ext cx="1767684" cy="1407600"/>
          </a:xfrm>
          <a:prstGeom prst="rect">
            <a:avLst/>
          </a:prstGeom>
        </p:spPr>
      </p:pic>
      <p:sp>
        <p:nvSpPr>
          <p:cNvPr id="41" name="对话气泡: 圆角矩形 87">
            <a:extLst>
              <a:ext uri="{FF2B5EF4-FFF2-40B4-BE49-F238E27FC236}">
                <a16:creationId xmlns:a16="http://schemas.microsoft.com/office/drawing/2014/main" id="{BD32F255-B0B9-4681-FF70-E0924FB9FA24}"/>
              </a:ext>
            </a:extLst>
          </p:cNvPr>
          <p:cNvSpPr/>
          <p:nvPr/>
        </p:nvSpPr>
        <p:spPr>
          <a:xfrm rot="5400000">
            <a:off x="3682045" y="10804394"/>
            <a:ext cx="1330325" cy="4377563"/>
          </a:xfrm>
          <a:prstGeom prst="wedgeRoundRectCallout">
            <a:avLst>
              <a:gd name="adj1" fmla="val -19800"/>
              <a:gd name="adj2" fmla="val 55144"/>
              <a:gd name="adj3" fmla="val 16667"/>
            </a:avLst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F45899B3-AF14-6CAB-334E-3193A088D0C7}"/>
              </a:ext>
            </a:extLst>
          </p:cNvPr>
          <p:cNvSpPr txBox="1"/>
          <p:nvPr/>
        </p:nvSpPr>
        <p:spPr>
          <a:xfrm>
            <a:off x="2158428" y="11687951"/>
            <a:ext cx="28799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latin typeface="Arial" panose="020B0604020202020204" pitchFamily="34" charset="0"/>
                <a:cs typeface="Arial" panose="020B0604020202020204" pitchFamily="34" charset="0"/>
              </a:rPr>
              <a:t>Human Input</a:t>
            </a:r>
            <a:endParaRPr lang="zh-CN" alt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82E32C66-C5B5-1ABB-915E-40EA32A00E05}"/>
              </a:ext>
            </a:extLst>
          </p:cNvPr>
          <p:cNvSpPr txBox="1"/>
          <p:nvPr/>
        </p:nvSpPr>
        <p:spPr>
          <a:xfrm>
            <a:off x="2181370" y="12503144"/>
            <a:ext cx="4435879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Classify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this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Thyroid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Nodule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is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Benign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or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Malignant</a:t>
            </a:r>
            <a:endParaRPr lang="zh-CN" altLang="en-US" sz="2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4" name="直接箭头连接符 88">
            <a:extLst>
              <a:ext uri="{FF2B5EF4-FFF2-40B4-BE49-F238E27FC236}">
                <a16:creationId xmlns:a16="http://schemas.microsoft.com/office/drawing/2014/main" id="{D13B79F2-E645-AB7A-D2E8-BA00F04EFC74}"/>
              </a:ext>
            </a:extLst>
          </p:cNvPr>
          <p:cNvCxnSpPr>
            <a:cxnSpLocks/>
          </p:cNvCxnSpPr>
          <p:nvPr/>
        </p:nvCxnSpPr>
        <p:spPr>
          <a:xfrm>
            <a:off x="1345318" y="13546413"/>
            <a:ext cx="0" cy="796694"/>
          </a:xfrm>
          <a:prstGeom prst="straightConnector1">
            <a:avLst/>
          </a:prstGeom>
          <a:ln w="508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本框 44">
            <a:extLst>
              <a:ext uri="{FF2B5EF4-FFF2-40B4-BE49-F238E27FC236}">
                <a16:creationId xmlns:a16="http://schemas.microsoft.com/office/drawing/2014/main" id="{6A135979-FB6A-8021-241A-4726C65E780D}"/>
              </a:ext>
            </a:extLst>
          </p:cNvPr>
          <p:cNvSpPr txBox="1"/>
          <p:nvPr/>
        </p:nvSpPr>
        <p:spPr>
          <a:xfrm>
            <a:off x="9035343" y="12184202"/>
            <a:ext cx="24398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Nodule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Segmentation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圆角矩形 45">
            <a:extLst>
              <a:ext uri="{FF2B5EF4-FFF2-40B4-BE49-F238E27FC236}">
                <a16:creationId xmlns:a16="http://schemas.microsoft.com/office/drawing/2014/main" id="{E0338A9E-2975-51D5-49EB-9E3A4DCBE0C3}"/>
              </a:ext>
            </a:extLst>
          </p:cNvPr>
          <p:cNvSpPr/>
          <p:nvPr/>
        </p:nvSpPr>
        <p:spPr>
          <a:xfrm>
            <a:off x="7108980" y="13672597"/>
            <a:ext cx="4377563" cy="2466692"/>
          </a:xfrm>
          <a:prstGeom prst="roundRect">
            <a:avLst/>
          </a:prstGeom>
          <a:solidFill>
            <a:srgbClr val="EDEDEE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6138F852-F153-4A95-7A48-0104BE7CD415}"/>
              </a:ext>
            </a:extLst>
          </p:cNvPr>
          <p:cNvSpPr txBox="1"/>
          <p:nvPr/>
        </p:nvSpPr>
        <p:spPr>
          <a:xfrm>
            <a:off x="8266033" y="16327098"/>
            <a:ext cx="306016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Prediction: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benign</a:t>
            </a:r>
          </a:p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Confidence: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0.86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8" name="图片 47">
            <a:extLst>
              <a:ext uri="{FF2B5EF4-FFF2-40B4-BE49-F238E27FC236}">
                <a16:creationId xmlns:a16="http://schemas.microsoft.com/office/drawing/2014/main" id="{F28AAD33-86C0-FED4-5C26-11B8EE90CBF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06556" y="14021517"/>
            <a:ext cx="3256874" cy="2117771"/>
          </a:xfrm>
          <a:prstGeom prst="rect">
            <a:avLst/>
          </a:prstGeom>
        </p:spPr>
      </p:pic>
      <p:sp>
        <p:nvSpPr>
          <p:cNvPr id="49" name="文本框 48">
            <a:extLst>
              <a:ext uri="{FF2B5EF4-FFF2-40B4-BE49-F238E27FC236}">
                <a16:creationId xmlns:a16="http://schemas.microsoft.com/office/drawing/2014/main" id="{64B25930-F435-CCD9-CC4E-7E0912086AE9}"/>
              </a:ext>
            </a:extLst>
          </p:cNvPr>
          <p:cNvSpPr txBox="1"/>
          <p:nvPr/>
        </p:nvSpPr>
        <p:spPr>
          <a:xfrm>
            <a:off x="7097675" y="13661985"/>
            <a:ext cx="43662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SHAP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feature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analysis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左大括号 49">
            <a:extLst>
              <a:ext uri="{FF2B5EF4-FFF2-40B4-BE49-F238E27FC236}">
                <a16:creationId xmlns:a16="http://schemas.microsoft.com/office/drawing/2014/main" id="{6E86D27D-241A-8A8A-CB35-45C027C56049}"/>
              </a:ext>
            </a:extLst>
          </p:cNvPr>
          <p:cNvSpPr/>
          <p:nvPr/>
        </p:nvSpPr>
        <p:spPr>
          <a:xfrm>
            <a:off x="6508680" y="11882114"/>
            <a:ext cx="594588" cy="5486738"/>
          </a:xfrm>
          <a:prstGeom prst="leftBrace">
            <a:avLst>
              <a:gd name="adj1" fmla="val 89750"/>
              <a:gd name="adj2" fmla="val 55956"/>
            </a:avLst>
          </a:prstGeom>
          <a:ln w="508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51" name="左大括号 50">
            <a:extLst>
              <a:ext uri="{FF2B5EF4-FFF2-40B4-BE49-F238E27FC236}">
                <a16:creationId xmlns:a16="http://schemas.microsoft.com/office/drawing/2014/main" id="{71B669D3-426E-AFA0-3B82-69FE384B5ED1}"/>
              </a:ext>
            </a:extLst>
          </p:cNvPr>
          <p:cNvSpPr/>
          <p:nvPr/>
        </p:nvSpPr>
        <p:spPr>
          <a:xfrm rot="10800000">
            <a:off x="11612963" y="11882114"/>
            <a:ext cx="439960" cy="4257174"/>
          </a:xfrm>
          <a:prstGeom prst="leftBrace">
            <a:avLst>
              <a:gd name="adj1" fmla="val 89750"/>
              <a:gd name="adj2" fmla="val 81557"/>
            </a:avLst>
          </a:prstGeom>
          <a:ln w="508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pic>
        <p:nvPicPr>
          <p:cNvPr id="52" name="图片 51">
            <a:extLst>
              <a:ext uri="{FF2B5EF4-FFF2-40B4-BE49-F238E27FC236}">
                <a16:creationId xmlns:a16="http://schemas.microsoft.com/office/drawing/2014/main" id="{DAF363C7-27CA-BCBF-9C85-3DD456F5592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61196" y="12054059"/>
            <a:ext cx="1069895" cy="1260000"/>
          </a:xfrm>
          <a:prstGeom prst="rect">
            <a:avLst/>
          </a:prstGeom>
        </p:spPr>
      </p:pic>
      <p:sp>
        <p:nvSpPr>
          <p:cNvPr id="53" name="文本框 52">
            <a:extLst>
              <a:ext uri="{FF2B5EF4-FFF2-40B4-BE49-F238E27FC236}">
                <a16:creationId xmlns:a16="http://schemas.microsoft.com/office/drawing/2014/main" id="{BF4CC822-DE5E-E499-A9A2-464D75813395}"/>
              </a:ext>
            </a:extLst>
          </p:cNvPr>
          <p:cNvSpPr txBox="1"/>
          <p:nvPr/>
        </p:nvSpPr>
        <p:spPr>
          <a:xfrm>
            <a:off x="13331091" y="12002447"/>
            <a:ext cx="29582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Doctor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Review</a:t>
            </a: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2FCBC41D-4487-86B2-9682-618CA8736E7F}"/>
              </a:ext>
            </a:extLst>
          </p:cNvPr>
          <p:cNvSpPr txBox="1"/>
          <p:nvPr/>
        </p:nvSpPr>
        <p:spPr>
          <a:xfrm>
            <a:off x="14066298" y="12472062"/>
            <a:ext cx="1487838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Reliable</a:t>
            </a:r>
            <a:r>
              <a:rPr kumimoji="1"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Mask?</a:t>
            </a:r>
            <a:endParaRPr kumimoji="1" lang="zh-CN" altLang="en-US" sz="2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5" name="图片 54">
            <a:extLst>
              <a:ext uri="{FF2B5EF4-FFF2-40B4-BE49-F238E27FC236}">
                <a16:creationId xmlns:a16="http://schemas.microsoft.com/office/drawing/2014/main" id="{682207AB-8556-9AE5-93D2-F2E8EDC059E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70" y="12222060"/>
            <a:ext cx="1069895" cy="1260000"/>
          </a:xfrm>
          <a:prstGeom prst="rect">
            <a:avLst/>
          </a:prstGeom>
        </p:spPr>
      </p:pic>
      <p:sp>
        <p:nvSpPr>
          <p:cNvPr id="56" name="圆角矩形 55">
            <a:extLst>
              <a:ext uri="{FF2B5EF4-FFF2-40B4-BE49-F238E27FC236}">
                <a16:creationId xmlns:a16="http://schemas.microsoft.com/office/drawing/2014/main" id="{444783CB-619F-B77B-C224-6874938CE079}"/>
              </a:ext>
            </a:extLst>
          </p:cNvPr>
          <p:cNvSpPr/>
          <p:nvPr/>
        </p:nvSpPr>
        <p:spPr>
          <a:xfrm>
            <a:off x="18140497" y="11947431"/>
            <a:ext cx="3869625" cy="2162693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A404C0A5-C747-3394-2DB9-9CA2E7F66F0D}"/>
              </a:ext>
            </a:extLst>
          </p:cNvPr>
          <p:cNvSpPr txBox="1"/>
          <p:nvPr/>
        </p:nvSpPr>
        <p:spPr>
          <a:xfrm>
            <a:off x="18919295" y="12006334"/>
            <a:ext cx="293593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Assisted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Diagnosis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8" name="图形 57">
            <a:extLst>
              <a:ext uri="{FF2B5EF4-FFF2-40B4-BE49-F238E27FC236}">
                <a16:creationId xmlns:a16="http://schemas.microsoft.com/office/drawing/2014/main" id="{26644B44-316A-E521-0CE7-EFDDC79ED4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8377469" y="12132442"/>
            <a:ext cx="827999" cy="827999"/>
          </a:xfrm>
          <a:prstGeom prst="rect">
            <a:avLst/>
          </a:prstGeom>
        </p:spPr>
      </p:pic>
      <p:pic>
        <p:nvPicPr>
          <p:cNvPr id="59" name="图形 58">
            <a:extLst>
              <a:ext uri="{FF2B5EF4-FFF2-40B4-BE49-F238E27FC236}">
                <a16:creationId xmlns:a16="http://schemas.microsoft.com/office/drawing/2014/main" id="{B7073FBE-F05F-CB93-ED36-FC598DF396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323035" y="16390151"/>
            <a:ext cx="827999" cy="827999"/>
          </a:xfrm>
          <a:prstGeom prst="rect">
            <a:avLst/>
          </a:prstGeom>
        </p:spPr>
      </p:pic>
      <p:sp>
        <p:nvSpPr>
          <p:cNvPr id="60" name="文本框 59">
            <a:extLst>
              <a:ext uri="{FF2B5EF4-FFF2-40B4-BE49-F238E27FC236}">
                <a16:creationId xmlns:a16="http://schemas.microsoft.com/office/drawing/2014/main" id="{F4F1EF26-54F6-B2B1-17CF-4A788DC0ADD5}"/>
              </a:ext>
            </a:extLst>
          </p:cNvPr>
          <p:cNvSpPr txBox="1"/>
          <p:nvPr/>
        </p:nvSpPr>
        <p:spPr>
          <a:xfrm>
            <a:off x="18293454" y="13086549"/>
            <a:ext cx="404459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Mask,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SHAP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features,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Class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prediction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1" name="图片 60">
            <a:extLst>
              <a:ext uri="{FF2B5EF4-FFF2-40B4-BE49-F238E27FC236}">
                <a16:creationId xmlns:a16="http://schemas.microsoft.com/office/drawing/2014/main" id="{0E934225-494B-CA64-2A41-22E564F02A4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278649" y="14605202"/>
            <a:ext cx="2163259" cy="1407600"/>
          </a:xfrm>
          <a:prstGeom prst="rect">
            <a:avLst/>
          </a:prstGeom>
        </p:spPr>
      </p:pic>
      <p:sp>
        <p:nvSpPr>
          <p:cNvPr id="62" name="文本框 61">
            <a:extLst>
              <a:ext uri="{FF2B5EF4-FFF2-40B4-BE49-F238E27FC236}">
                <a16:creationId xmlns:a16="http://schemas.microsoft.com/office/drawing/2014/main" id="{EA627267-E067-805C-BF89-9CCACF386691}"/>
              </a:ext>
            </a:extLst>
          </p:cNvPr>
          <p:cNvSpPr txBox="1"/>
          <p:nvPr/>
        </p:nvSpPr>
        <p:spPr>
          <a:xfrm>
            <a:off x="14441908" y="14788717"/>
            <a:ext cx="205571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Doctor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box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annotation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3" name="矩形: 圆角 89">
            <a:extLst>
              <a:ext uri="{FF2B5EF4-FFF2-40B4-BE49-F238E27FC236}">
                <a16:creationId xmlns:a16="http://schemas.microsoft.com/office/drawing/2014/main" id="{3C01ED94-3CB6-1C44-093C-5175249A6142}"/>
              </a:ext>
            </a:extLst>
          </p:cNvPr>
          <p:cNvSpPr/>
          <p:nvPr/>
        </p:nvSpPr>
        <p:spPr>
          <a:xfrm>
            <a:off x="12112801" y="16950743"/>
            <a:ext cx="4377599" cy="1032484"/>
          </a:xfrm>
          <a:prstGeom prst="roundRect">
            <a:avLst/>
          </a:prstGeom>
          <a:solidFill>
            <a:srgbClr val="8389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D871EBDD-F0C2-779B-3354-81D2E54E7B5A}"/>
              </a:ext>
            </a:extLst>
          </p:cNvPr>
          <p:cNvSpPr txBox="1"/>
          <p:nvPr/>
        </p:nvSpPr>
        <p:spPr>
          <a:xfrm>
            <a:off x="1853170" y="14658345"/>
            <a:ext cx="430864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44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ThyroidXAgent</a:t>
            </a:r>
            <a:endParaRPr lang="zh-CN" altLang="en-US" sz="4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E0DB2107-3666-51D4-0A44-B1E05357EE17}"/>
              </a:ext>
            </a:extLst>
          </p:cNvPr>
          <p:cNvSpPr txBox="1"/>
          <p:nvPr/>
        </p:nvSpPr>
        <p:spPr>
          <a:xfrm>
            <a:off x="12870836" y="17001643"/>
            <a:ext cx="368234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Interactive</a:t>
            </a:r>
            <a:r>
              <a:rPr lang="zh-CN" altLang="en-US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medical</a:t>
            </a:r>
            <a:r>
              <a:rPr lang="zh-CN" altLang="en-US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Segmentation</a:t>
            </a:r>
            <a:r>
              <a:rPr lang="zh-CN" altLang="en-US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models</a:t>
            </a:r>
            <a:endParaRPr lang="zh-CN" altLang="en-US" sz="28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6" name="图形 65">
            <a:extLst>
              <a:ext uri="{FF2B5EF4-FFF2-40B4-BE49-F238E27FC236}">
                <a16:creationId xmlns:a16="http://schemas.microsoft.com/office/drawing/2014/main" id="{4AE167CA-3A20-AF6B-40D0-E5D2E7A651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2096303" y="16961742"/>
            <a:ext cx="900000" cy="900000"/>
          </a:xfrm>
          <a:prstGeom prst="rect">
            <a:avLst/>
          </a:prstGeom>
        </p:spPr>
      </p:pic>
      <p:cxnSp>
        <p:nvCxnSpPr>
          <p:cNvPr id="67" name="肘形连接符 66">
            <a:extLst>
              <a:ext uri="{FF2B5EF4-FFF2-40B4-BE49-F238E27FC236}">
                <a16:creationId xmlns:a16="http://schemas.microsoft.com/office/drawing/2014/main" id="{FE119821-A442-89E8-E5CD-7BEDA2897584}"/>
              </a:ext>
            </a:extLst>
          </p:cNvPr>
          <p:cNvCxnSpPr>
            <a:cxnSpLocks/>
            <a:stCxn id="63" idx="1"/>
            <a:endCxn id="38" idx="2"/>
          </p:cNvCxnSpPr>
          <p:nvPr/>
        </p:nvCxnSpPr>
        <p:spPr>
          <a:xfrm rot="10800000">
            <a:off x="3553391" y="15755279"/>
            <a:ext cx="8559411" cy="1711707"/>
          </a:xfrm>
          <a:prstGeom prst="bentConnector2">
            <a:avLst/>
          </a:prstGeom>
          <a:ln w="50800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88">
            <a:extLst>
              <a:ext uri="{FF2B5EF4-FFF2-40B4-BE49-F238E27FC236}">
                <a16:creationId xmlns:a16="http://schemas.microsoft.com/office/drawing/2014/main" id="{D414B1FC-C5F6-18D4-EAD2-86694956BBDF}"/>
              </a:ext>
            </a:extLst>
          </p:cNvPr>
          <p:cNvCxnSpPr>
            <a:cxnSpLocks/>
            <a:stCxn id="5" idx="2"/>
            <a:endCxn id="4" idx="0"/>
          </p:cNvCxnSpPr>
          <p:nvPr/>
        </p:nvCxnSpPr>
        <p:spPr>
          <a:xfrm>
            <a:off x="14308801" y="13394807"/>
            <a:ext cx="0" cy="993536"/>
          </a:xfrm>
          <a:prstGeom prst="straightConnector1">
            <a:avLst/>
          </a:prstGeom>
          <a:ln w="508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D06844AF-C181-F540-30C6-FC6EA2804E41}"/>
              </a:ext>
            </a:extLst>
          </p:cNvPr>
          <p:cNvSpPr txBox="1"/>
          <p:nvPr/>
        </p:nvSpPr>
        <p:spPr>
          <a:xfrm>
            <a:off x="14066298" y="13542028"/>
            <a:ext cx="1081761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kumimoji="1" lang="en-US" altLang="zh-CN" sz="24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</a:t>
            </a:r>
            <a:endParaRPr kumimoji="1" lang="zh-CN" altLang="en-US" sz="200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70" name="直接箭头连接符 88">
            <a:extLst>
              <a:ext uri="{FF2B5EF4-FFF2-40B4-BE49-F238E27FC236}">
                <a16:creationId xmlns:a16="http://schemas.microsoft.com/office/drawing/2014/main" id="{3DF8F070-4FEB-DE80-5E76-4C47611C6BAF}"/>
              </a:ext>
            </a:extLst>
          </p:cNvPr>
          <p:cNvCxnSpPr>
            <a:cxnSpLocks/>
            <a:stCxn id="4" idx="2"/>
            <a:endCxn id="63" idx="0"/>
          </p:cNvCxnSpPr>
          <p:nvPr/>
        </p:nvCxnSpPr>
        <p:spPr>
          <a:xfrm flipH="1">
            <a:off x="14301601" y="16195638"/>
            <a:ext cx="7200" cy="755105"/>
          </a:xfrm>
          <a:prstGeom prst="straightConnector1">
            <a:avLst/>
          </a:prstGeom>
          <a:ln w="508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线箭头连接符 70">
            <a:extLst>
              <a:ext uri="{FF2B5EF4-FFF2-40B4-BE49-F238E27FC236}">
                <a16:creationId xmlns:a16="http://schemas.microsoft.com/office/drawing/2014/main" id="{7C33BB6E-418A-5934-B4C6-90748A9070E1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16497601" y="12698207"/>
            <a:ext cx="1526400" cy="0"/>
          </a:xfrm>
          <a:prstGeom prst="straightConnector1">
            <a:avLst/>
          </a:prstGeom>
          <a:ln w="50800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7350AA9A-AD22-A8DD-7A6E-843263AFAD31}"/>
              </a:ext>
            </a:extLst>
          </p:cNvPr>
          <p:cNvSpPr txBox="1"/>
          <p:nvPr/>
        </p:nvSpPr>
        <p:spPr>
          <a:xfrm>
            <a:off x="16795353" y="12509742"/>
            <a:ext cx="72000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kumimoji="1" lang="en-US" altLang="zh-CN" sz="2400" b="1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Yes</a:t>
            </a:r>
            <a:endParaRPr kumimoji="1" lang="zh-CN" altLang="en-US" sz="2400" b="1" dirty="0">
              <a:solidFill>
                <a:srgbClr val="00B05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3" name="圆角矩形 72">
            <a:extLst>
              <a:ext uri="{FF2B5EF4-FFF2-40B4-BE49-F238E27FC236}">
                <a16:creationId xmlns:a16="http://schemas.microsoft.com/office/drawing/2014/main" id="{B10235D6-449A-1BE3-8DDC-814960BD9D4C}"/>
              </a:ext>
            </a:extLst>
          </p:cNvPr>
          <p:cNvSpPr/>
          <p:nvPr/>
        </p:nvSpPr>
        <p:spPr>
          <a:xfrm>
            <a:off x="16972981" y="15161425"/>
            <a:ext cx="6192000" cy="239829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cxnSp>
        <p:nvCxnSpPr>
          <p:cNvPr id="74" name="直接箭头连接符 88">
            <a:extLst>
              <a:ext uri="{FF2B5EF4-FFF2-40B4-BE49-F238E27FC236}">
                <a16:creationId xmlns:a16="http://schemas.microsoft.com/office/drawing/2014/main" id="{D5A68A6D-5397-584B-F6CA-B0E22ED3308A}"/>
              </a:ext>
            </a:extLst>
          </p:cNvPr>
          <p:cNvCxnSpPr>
            <a:cxnSpLocks/>
            <a:stCxn id="56" idx="2"/>
            <a:endCxn id="73" idx="0"/>
          </p:cNvCxnSpPr>
          <p:nvPr/>
        </p:nvCxnSpPr>
        <p:spPr>
          <a:xfrm flipH="1">
            <a:off x="20068981" y="14110124"/>
            <a:ext cx="6329" cy="1051301"/>
          </a:xfrm>
          <a:prstGeom prst="straightConnector1">
            <a:avLst/>
          </a:prstGeom>
          <a:ln w="508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5" name="图片 74">
            <a:extLst>
              <a:ext uri="{FF2B5EF4-FFF2-40B4-BE49-F238E27FC236}">
                <a16:creationId xmlns:a16="http://schemas.microsoft.com/office/drawing/2014/main" id="{B3A62C91-EE32-514F-C202-755A39145C25}"/>
              </a:ext>
            </a:extLst>
          </p:cNvPr>
          <p:cNvPicPr>
            <a:picLocks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23" t="14166" r="8998" b="17860"/>
          <a:stretch>
            <a:fillRect/>
          </a:stretch>
        </p:blipFill>
        <p:spPr>
          <a:xfrm>
            <a:off x="18247454" y="15404400"/>
            <a:ext cx="900000" cy="900000"/>
          </a:xfrm>
          <a:prstGeom prst="rect">
            <a:avLst/>
          </a:prstGeom>
        </p:spPr>
      </p:pic>
      <p:pic>
        <p:nvPicPr>
          <p:cNvPr id="76" name="图形 75">
            <a:extLst>
              <a:ext uri="{FF2B5EF4-FFF2-40B4-BE49-F238E27FC236}">
                <a16:creationId xmlns:a16="http://schemas.microsoft.com/office/drawing/2014/main" id="{CC7550E7-8B8C-F9BC-9F95-00F7F18B23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7039094" y="16283177"/>
            <a:ext cx="1152000" cy="1152000"/>
          </a:xfrm>
          <a:prstGeom prst="rect">
            <a:avLst/>
          </a:prstGeom>
        </p:spPr>
      </p:pic>
      <p:pic>
        <p:nvPicPr>
          <p:cNvPr id="77" name="图形 76">
            <a:extLst>
              <a:ext uri="{FF2B5EF4-FFF2-40B4-BE49-F238E27FC236}">
                <a16:creationId xmlns:a16="http://schemas.microsoft.com/office/drawing/2014/main" id="{D206D6B4-EBE5-5AE8-7F9D-29F72F5038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7146226" y="15404400"/>
            <a:ext cx="900000" cy="900000"/>
          </a:xfrm>
          <a:prstGeom prst="rect">
            <a:avLst/>
          </a:prstGeom>
        </p:spPr>
      </p:pic>
      <p:pic>
        <p:nvPicPr>
          <p:cNvPr id="78" name="图片 77">
            <a:extLst>
              <a:ext uri="{FF2B5EF4-FFF2-40B4-BE49-F238E27FC236}">
                <a16:creationId xmlns:a16="http://schemas.microsoft.com/office/drawing/2014/main" id="{AA27C5F1-1495-F3F6-F49D-2A370DD9600D}"/>
              </a:ext>
            </a:extLst>
          </p:cNvPr>
          <p:cNvPicPr>
            <a:picLocks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21975" y="16412361"/>
            <a:ext cx="900000" cy="900000"/>
          </a:xfrm>
          <a:prstGeom prst="rect">
            <a:avLst/>
          </a:prstGeom>
        </p:spPr>
      </p:pic>
      <p:sp>
        <p:nvSpPr>
          <p:cNvPr id="79" name="文本框 78">
            <a:extLst>
              <a:ext uri="{FF2B5EF4-FFF2-40B4-BE49-F238E27FC236}">
                <a16:creationId xmlns:a16="http://schemas.microsoft.com/office/drawing/2014/main" id="{4816F3BB-997A-6668-70B4-6CDE556BE52B}"/>
              </a:ext>
            </a:extLst>
          </p:cNvPr>
          <p:cNvSpPr txBox="1"/>
          <p:nvPr/>
        </p:nvSpPr>
        <p:spPr>
          <a:xfrm>
            <a:off x="19217358" y="15484599"/>
            <a:ext cx="407868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Reliable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segmentation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updates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SHAP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features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classification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confidence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531EFB46-36C0-28B8-CE28-33E0D386BC84}"/>
              </a:ext>
            </a:extLst>
          </p:cNvPr>
          <p:cNvSpPr txBox="1"/>
          <p:nvPr/>
        </p:nvSpPr>
        <p:spPr>
          <a:xfrm>
            <a:off x="0" y="11415375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h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1" name="图片 80">
            <a:extLst>
              <a:ext uri="{FF2B5EF4-FFF2-40B4-BE49-F238E27FC236}">
                <a16:creationId xmlns:a16="http://schemas.microsoft.com/office/drawing/2014/main" id="{AB5DE128-7E30-520B-2C99-E6367DE9371F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19200" y="0"/>
            <a:ext cx="6189867" cy="5580000"/>
          </a:xfrm>
          <a:prstGeom prst="rect">
            <a:avLst/>
          </a:prstGeom>
        </p:spPr>
      </p:pic>
      <p:pic>
        <p:nvPicPr>
          <p:cNvPr id="82" name="图片 81">
            <a:extLst>
              <a:ext uri="{FF2B5EF4-FFF2-40B4-BE49-F238E27FC236}">
                <a16:creationId xmlns:a16="http://schemas.microsoft.com/office/drawing/2014/main" id="{FB8490F0-3F29-3C63-CB6E-3DFC98A065CF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21200" y="0"/>
            <a:ext cx="6189867" cy="5580000"/>
          </a:xfrm>
          <a:prstGeom prst="rect">
            <a:avLst/>
          </a:prstGeom>
        </p:spPr>
      </p:pic>
      <p:pic>
        <p:nvPicPr>
          <p:cNvPr id="83" name="图片 82">
            <a:extLst>
              <a:ext uri="{FF2B5EF4-FFF2-40B4-BE49-F238E27FC236}">
                <a16:creationId xmlns:a16="http://schemas.microsoft.com/office/drawing/2014/main" id="{8ED14E48-AE94-3920-5545-C93C5902C4B0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04400" y="5421600"/>
            <a:ext cx="6285322" cy="6480000"/>
          </a:xfrm>
          <a:prstGeom prst="rect">
            <a:avLst/>
          </a:prstGeom>
        </p:spPr>
      </p:pic>
      <p:pic>
        <p:nvPicPr>
          <p:cNvPr id="84" name="图片 83">
            <a:extLst>
              <a:ext uri="{FF2B5EF4-FFF2-40B4-BE49-F238E27FC236}">
                <a16:creationId xmlns:a16="http://schemas.microsoft.com/office/drawing/2014/main" id="{1FF952FD-7074-9DD4-F7A7-4E09A24A474C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89600" y="5421600"/>
            <a:ext cx="6368276" cy="6480000"/>
          </a:xfrm>
          <a:prstGeom prst="rect">
            <a:avLst/>
          </a:prstGeom>
        </p:spPr>
      </p:pic>
      <p:pic>
        <p:nvPicPr>
          <p:cNvPr id="85" name="图片 84">
            <a:extLst>
              <a:ext uri="{FF2B5EF4-FFF2-40B4-BE49-F238E27FC236}">
                <a16:creationId xmlns:a16="http://schemas.microsoft.com/office/drawing/2014/main" id="{C95C93D5-9D00-429F-3C1A-D1A8189542B9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857639" cy="5580000"/>
          </a:xfrm>
          <a:prstGeom prst="rect">
            <a:avLst/>
          </a:prstGeom>
        </p:spPr>
      </p:pic>
      <p:pic>
        <p:nvPicPr>
          <p:cNvPr id="86" name="图片 85">
            <a:extLst>
              <a:ext uri="{FF2B5EF4-FFF2-40B4-BE49-F238E27FC236}">
                <a16:creationId xmlns:a16="http://schemas.microsoft.com/office/drawing/2014/main" id="{941BAEB6-3207-EBB4-E9F5-76B25B2DA9C0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1200" y="0"/>
            <a:ext cx="5852195" cy="5580000"/>
          </a:xfrm>
          <a:prstGeom prst="rect">
            <a:avLst/>
          </a:prstGeom>
        </p:spPr>
      </p:pic>
      <p:pic>
        <p:nvPicPr>
          <p:cNvPr id="92" name="图形 91">
            <a:extLst>
              <a:ext uri="{FF2B5EF4-FFF2-40B4-BE49-F238E27FC236}">
                <a16:creationId xmlns:a16="http://schemas.microsoft.com/office/drawing/2014/main" id="{82696F3C-D361-A241-EF01-7B608C172C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1060104" y="18183600"/>
            <a:ext cx="7262069" cy="5400000"/>
          </a:xfrm>
          <a:prstGeom prst="rect">
            <a:avLst/>
          </a:prstGeom>
        </p:spPr>
      </p:pic>
      <p:pic>
        <p:nvPicPr>
          <p:cNvPr id="94" name="图形 93">
            <a:extLst>
              <a:ext uri="{FF2B5EF4-FFF2-40B4-BE49-F238E27FC236}">
                <a16:creationId xmlns:a16="http://schemas.microsoft.com/office/drawing/2014/main" id="{F79813F5-5061-0A56-EB83-009F765871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8970214" y="18183600"/>
            <a:ext cx="8771429" cy="5400000"/>
          </a:xfrm>
          <a:prstGeom prst="rect">
            <a:avLst/>
          </a:prstGeom>
        </p:spPr>
      </p:pic>
      <p:sp>
        <p:nvSpPr>
          <p:cNvPr id="99" name="文本框 98">
            <a:extLst>
              <a:ext uri="{FF2B5EF4-FFF2-40B4-BE49-F238E27FC236}">
                <a16:creationId xmlns:a16="http://schemas.microsoft.com/office/drawing/2014/main" id="{D2A59D5A-E3B9-EAC4-66E8-6976B4CF8148}"/>
              </a:ext>
            </a:extLst>
          </p:cNvPr>
          <p:cNvSpPr txBox="1"/>
          <p:nvPr/>
        </p:nvSpPr>
        <p:spPr>
          <a:xfrm>
            <a:off x="408561" y="18111512"/>
            <a:ext cx="90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30.0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14271CCB-1407-C5FD-097F-C623AC0A4D60}"/>
              </a:ext>
            </a:extLst>
          </p:cNvPr>
          <p:cNvSpPr txBox="1"/>
          <p:nvPr/>
        </p:nvSpPr>
        <p:spPr>
          <a:xfrm>
            <a:off x="408561" y="19358194"/>
            <a:ext cx="90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22.5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C20C2FA3-B998-BD25-584E-69729A173C67}"/>
              </a:ext>
            </a:extLst>
          </p:cNvPr>
          <p:cNvSpPr txBox="1"/>
          <p:nvPr/>
        </p:nvSpPr>
        <p:spPr>
          <a:xfrm>
            <a:off x="408561" y="20604876"/>
            <a:ext cx="90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15.0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B6BCACCC-5E9D-EF1D-E0EC-A370E0B14271}"/>
              </a:ext>
            </a:extLst>
          </p:cNvPr>
          <p:cNvSpPr txBox="1"/>
          <p:nvPr/>
        </p:nvSpPr>
        <p:spPr>
          <a:xfrm>
            <a:off x="408561" y="21772288"/>
            <a:ext cx="90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7.5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98D95993-9325-FB92-94DF-A53DC6DD54CA}"/>
              </a:ext>
            </a:extLst>
          </p:cNvPr>
          <p:cNvSpPr txBox="1"/>
          <p:nvPr/>
        </p:nvSpPr>
        <p:spPr>
          <a:xfrm>
            <a:off x="408561" y="23018923"/>
            <a:ext cx="90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8C01E5EA-45FE-03E0-B8AA-B4A181789CF8}"/>
              </a:ext>
            </a:extLst>
          </p:cNvPr>
          <p:cNvSpPr txBox="1"/>
          <p:nvPr/>
        </p:nvSpPr>
        <p:spPr>
          <a:xfrm>
            <a:off x="2393470" y="23346000"/>
            <a:ext cx="149678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Manual</a:t>
            </a:r>
          </a:p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N=30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E9C9A093-49B1-4A29-9026-EE8ABCC4FCF8}"/>
              </a:ext>
            </a:extLst>
          </p:cNvPr>
          <p:cNvSpPr txBox="1"/>
          <p:nvPr/>
        </p:nvSpPr>
        <p:spPr>
          <a:xfrm>
            <a:off x="5366824" y="23346000"/>
            <a:ext cx="201013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AI-Assisted</a:t>
            </a:r>
          </a:p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N=30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7C84D4DC-A319-DDDB-43BB-32DD06693F68}"/>
              </a:ext>
            </a:extLst>
          </p:cNvPr>
          <p:cNvSpPr txBox="1"/>
          <p:nvPr/>
        </p:nvSpPr>
        <p:spPr>
          <a:xfrm>
            <a:off x="2158994" y="17779581"/>
            <a:ext cx="518882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14.2</a:t>
            </a:r>
            <a:r>
              <a:rPr kumimoji="1" lang="zh-CN" altLang="en-US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-&gt;</a:t>
            </a:r>
            <a:r>
              <a:rPr kumimoji="1" lang="zh-CN" altLang="en-US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9.2</a:t>
            </a:r>
            <a:r>
              <a:rPr kumimoji="1" lang="zh-CN" altLang="en-US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s;</a:t>
            </a:r>
            <a:r>
              <a:rPr kumimoji="1" lang="zh-CN" altLang="en-US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1.56x</a:t>
            </a:r>
            <a:r>
              <a:rPr kumimoji="1" lang="zh-CN" altLang="en-US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faster</a:t>
            </a:r>
            <a:endParaRPr kumimoji="1" lang="zh-CN" altLang="en-US" sz="3200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10D3608F-62F1-A45C-97B4-67F56139B03B}"/>
              </a:ext>
            </a:extLst>
          </p:cNvPr>
          <p:cNvSpPr txBox="1"/>
          <p:nvPr/>
        </p:nvSpPr>
        <p:spPr>
          <a:xfrm>
            <a:off x="1856691" y="18543751"/>
            <a:ext cx="61875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35.9%</a:t>
            </a:r>
            <a:r>
              <a:rPr kumimoji="1" lang="zh-CN" altLang="en-US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shorter</a:t>
            </a:r>
            <a:r>
              <a:rPr kumimoji="1" lang="zh-CN" altLang="en-US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segmentation</a:t>
            </a:r>
            <a:r>
              <a:rPr kumimoji="1" lang="zh-CN" altLang="en-US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  <a:endParaRPr kumimoji="1" lang="zh-CN" altLang="en-US" sz="2800" dirty="0">
              <a:solidFill>
                <a:srgbClr val="D98A4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2D81AE06-B33F-30E8-471C-8DF8290BDDC5}"/>
              </a:ext>
            </a:extLst>
          </p:cNvPr>
          <p:cNvSpPr txBox="1"/>
          <p:nvPr/>
        </p:nvSpPr>
        <p:spPr>
          <a:xfrm>
            <a:off x="9341149" y="19902887"/>
            <a:ext cx="371845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35.9%</a:t>
            </a:r>
            <a:r>
              <a:rPr kumimoji="1" lang="zh-CN" altLang="en-US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shorter</a:t>
            </a:r>
            <a:r>
              <a:rPr kumimoji="1" lang="zh-CN" altLang="en-US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overall</a:t>
            </a:r>
          </a:p>
          <a:p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5.1s/case</a:t>
            </a:r>
            <a:r>
              <a:rPr kumimoji="1" lang="zh-CN" altLang="en-US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solidFill>
                  <a:srgbClr val="D98A4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saved</a:t>
            </a:r>
            <a:endParaRPr kumimoji="1" lang="zh-CN" altLang="en-US" sz="2800" dirty="0">
              <a:solidFill>
                <a:srgbClr val="D98A4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0" name="文本框 109">
            <a:extLst>
              <a:ext uri="{FF2B5EF4-FFF2-40B4-BE49-F238E27FC236}">
                <a16:creationId xmlns:a16="http://schemas.microsoft.com/office/drawing/2014/main" id="{E5D3DA1A-3F4F-3EC3-AB33-25F50331E127}"/>
              </a:ext>
            </a:extLst>
          </p:cNvPr>
          <p:cNvSpPr txBox="1"/>
          <p:nvPr/>
        </p:nvSpPr>
        <p:spPr>
          <a:xfrm>
            <a:off x="8465587" y="18675919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20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38A60FF9-8CE3-6232-C5DB-8232448C38A2}"/>
              </a:ext>
            </a:extLst>
          </p:cNvPr>
          <p:cNvSpPr txBox="1"/>
          <p:nvPr/>
        </p:nvSpPr>
        <p:spPr>
          <a:xfrm>
            <a:off x="8465587" y="19330459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15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3B360C07-B327-1589-00F3-754DECF3B3DF}"/>
              </a:ext>
            </a:extLst>
          </p:cNvPr>
          <p:cNvSpPr txBox="1"/>
          <p:nvPr/>
        </p:nvSpPr>
        <p:spPr>
          <a:xfrm>
            <a:off x="8465587" y="20016444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E1703312-870D-47A6-F866-910A3BF539BE}"/>
              </a:ext>
            </a:extLst>
          </p:cNvPr>
          <p:cNvSpPr txBox="1"/>
          <p:nvPr/>
        </p:nvSpPr>
        <p:spPr>
          <a:xfrm>
            <a:off x="8465587" y="20651861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957CC674-58CA-BD01-E65C-900CCF759C4E}"/>
              </a:ext>
            </a:extLst>
          </p:cNvPr>
          <p:cNvSpPr txBox="1"/>
          <p:nvPr/>
        </p:nvSpPr>
        <p:spPr>
          <a:xfrm>
            <a:off x="8465587" y="21327321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99F5B73E-0447-6497-9635-CB8BC21E0780}"/>
              </a:ext>
            </a:extLst>
          </p:cNvPr>
          <p:cNvSpPr txBox="1"/>
          <p:nvPr/>
        </p:nvSpPr>
        <p:spPr>
          <a:xfrm>
            <a:off x="8465587" y="21965466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-5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1F46FFEE-8BB9-ED2D-9DE9-E3CF576645E3}"/>
              </a:ext>
            </a:extLst>
          </p:cNvPr>
          <p:cNvSpPr txBox="1"/>
          <p:nvPr/>
        </p:nvSpPr>
        <p:spPr>
          <a:xfrm>
            <a:off x="8465587" y="22665052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-10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CF97D09E-742D-EFDB-3812-A08EBD2B661C}"/>
              </a:ext>
            </a:extLst>
          </p:cNvPr>
          <p:cNvSpPr txBox="1"/>
          <p:nvPr/>
        </p:nvSpPr>
        <p:spPr>
          <a:xfrm rot="16200000">
            <a:off x="-1749666" y="20477694"/>
            <a:ext cx="41951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Segmentation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(s)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8" name="文本框 117">
            <a:extLst>
              <a:ext uri="{FF2B5EF4-FFF2-40B4-BE49-F238E27FC236}">
                <a16:creationId xmlns:a16="http://schemas.microsoft.com/office/drawing/2014/main" id="{2371B98D-9856-E995-1A2F-F50E1BFFF2DE}"/>
              </a:ext>
            </a:extLst>
          </p:cNvPr>
          <p:cNvSpPr txBox="1"/>
          <p:nvPr/>
        </p:nvSpPr>
        <p:spPr>
          <a:xfrm rot="16200000">
            <a:off x="6327697" y="20415824"/>
            <a:ext cx="41951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Manual–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AI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(s)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9" name="文本框 118">
            <a:extLst>
              <a:ext uri="{FF2B5EF4-FFF2-40B4-BE49-F238E27FC236}">
                <a16:creationId xmlns:a16="http://schemas.microsoft.com/office/drawing/2014/main" id="{8341D9F0-0F05-0562-3340-EAD2E43B2A49}"/>
              </a:ext>
            </a:extLst>
          </p:cNvPr>
          <p:cNvSpPr txBox="1"/>
          <p:nvPr/>
        </p:nvSpPr>
        <p:spPr>
          <a:xfrm>
            <a:off x="9835473" y="23461899"/>
            <a:ext cx="73206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Paired</a:t>
            </a:r>
            <a:r>
              <a:rPr kumimoji="1" lang="zh-CN" alt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cases</a:t>
            </a:r>
            <a:r>
              <a:rPr kumimoji="1" lang="zh-CN" alt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sorted</a:t>
            </a:r>
            <a:r>
              <a:rPr kumimoji="1" lang="zh-CN" alt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by</a:t>
            </a:r>
            <a:r>
              <a:rPr kumimoji="1" lang="zh-CN" alt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  <a:r>
              <a:rPr kumimoji="1" lang="zh-CN" alt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saving</a:t>
            </a:r>
            <a:endParaRPr kumimoji="1" lang="zh-CN" alt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1" name="图形 120">
            <a:extLst>
              <a:ext uri="{FF2B5EF4-FFF2-40B4-BE49-F238E27FC236}">
                <a16:creationId xmlns:a16="http://schemas.microsoft.com/office/drawing/2014/main" id="{D2F4CA88-71B6-5A1E-B2E5-78A0630BCD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18512375" y="18183600"/>
            <a:ext cx="4600000" cy="5400000"/>
          </a:xfrm>
          <a:prstGeom prst="rect">
            <a:avLst/>
          </a:prstGeom>
        </p:spPr>
      </p:pic>
      <p:sp>
        <p:nvSpPr>
          <p:cNvPr id="122" name="文本框 121">
            <a:extLst>
              <a:ext uri="{FF2B5EF4-FFF2-40B4-BE49-F238E27FC236}">
                <a16:creationId xmlns:a16="http://schemas.microsoft.com/office/drawing/2014/main" id="{8AC1F7A7-D3CB-379E-D21B-478314608389}"/>
              </a:ext>
            </a:extLst>
          </p:cNvPr>
          <p:cNvSpPr txBox="1"/>
          <p:nvPr/>
        </p:nvSpPr>
        <p:spPr>
          <a:xfrm rot="16200000">
            <a:off x="15776982" y="20378097"/>
            <a:ext cx="41951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Dice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Score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4" name="文本框 123">
            <a:extLst>
              <a:ext uri="{FF2B5EF4-FFF2-40B4-BE49-F238E27FC236}">
                <a16:creationId xmlns:a16="http://schemas.microsoft.com/office/drawing/2014/main" id="{F401D415-1FAA-C2D0-6FE5-8AC734FE3AD3}"/>
              </a:ext>
            </a:extLst>
          </p:cNvPr>
          <p:cNvSpPr txBox="1"/>
          <p:nvPr/>
        </p:nvSpPr>
        <p:spPr>
          <a:xfrm>
            <a:off x="17950720" y="18122619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26AE8C37-604B-1116-AE87-F8D00CE9C993}"/>
              </a:ext>
            </a:extLst>
          </p:cNvPr>
          <p:cNvSpPr txBox="1"/>
          <p:nvPr/>
        </p:nvSpPr>
        <p:spPr>
          <a:xfrm>
            <a:off x="17950720" y="19061701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0.9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6" name="文本框 125">
            <a:extLst>
              <a:ext uri="{FF2B5EF4-FFF2-40B4-BE49-F238E27FC236}">
                <a16:creationId xmlns:a16="http://schemas.microsoft.com/office/drawing/2014/main" id="{77DA2D61-2B0C-B67B-5CF7-1CB012CEED6F}"/>
              </a:ext>
            </a:extLst>
          </p:cNvPr>
          <p:cNvSpPr txBox="1"/>
          <p:nvPr/>
        </p:nvSpPr>
        <p:spPr>
          <a:xfrm>
            <a:off x="17950720" y="19970592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0.8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4D44B129-530C-E042-57E8-4948C17CFD2B}"/>
              </a:ext>
            </a:extLst>
          </p:cNvPr>
          <p:cNvSpPr txBox="1"/>
          <p:nvPr/>
        </p:nvSpPr>
        <p:spPr>
          <a:xfrm>
            <a:off x="17950720" y="20972605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0.7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8" name="文本框 127">
            <a:extLst>
              <a:ext uri="{FF2B5EF4-FFF2-40B4-BE49-F238E27FC236}">
                <a16:creationId xmlns:a16="http://schemas.microsoft.com/office/drawing/2014/main" id="{033718AB-E017-10CE-340F-5ED78C8FF0F1}"/>
              </a:ext>
            </a:extLst>
          </p:cNvPr>
          <p:cNvSpPr txBox="1"/>
          <p:nvPr/>
        </p:nvSpPr>
        <p:spPr>
          <a:xfrm>
            <a:off x="17950720" y="21925544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0.6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9" name="文本框 128">
            <a:extLst>
              <a:ext uri="{FF2B5EF4-FFF2-40B4-BE49-F238E27FC236}">
                <a16:creationId xmlns:a16="http://schemas.microsoft.com/office/drawing/2014/main" id="{DD9011BB-62EB-30F0-1443-C684E3A17FC7}"/>
              </a:ext>
            </a:extLst>
          </p:cNvPr>
          <p:cNvSpPr txBox="1"/>
          <p:nvPr/>
        </p:nvSpPr>
        <p:spPr>
          <a:xfrm>
            <a:off x="17950720" y="22846025"/>
            <a:ext cx="7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8430CE81-96FC-46F6-F1A0-DDEA1B3BD793}"/>
              </a:ext>
            </a:extLst>
          </p:cNvPr>
          <p:cNvSpPr txBox="1"/>
          <p:nvPr/>
        </p:nvSpPr>
        <p:spPr>
          <a:xfrm>
            <a:off x="18826506" y="23425200"/>
            <a:ext cx="20101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Manual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3DE2303F-F523-6959-9E29-562AE1DDED69}"/>
              </a:ext>
            </a:extLst>
          </p:cNvPr>
          <p:cNvSpPr txBox="1"/>
          <p:nvPr/>
        </p:nvSpPr>
        <p:spPr>
          <a:xfrm>
            <a:off x="21005053" y="23425200"/>
            <a:ext cx="20101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AI-Assisted</a:t>
            </a: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B750621B-6965-0A22-2961-C7A2EF2D68CE}"/>
              </a:ext>
            </a:extLst>
          </p:cNvPr>
          <p:cNvSpPr txBox="1"/>
          <p:nvPr/>
        </p:nvSpPr>
        <p:spPr>
          <a:xfrm>
            <a:off x="0" y="1764984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D9119959-0108-187D-25DF-FC6788D254F1}"/>
              </a:ext>
            </a:extLst>
          </p:cNvPr>
          <p:cNvSpPr txBox="1"/>
          <p:nvPr/>
        </p:nvSpPr>
        <p:spPr>
          <a:xfrm>
            <a:off x="8737064" y="1764984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j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530DF011-5F1E-941D-DD15-C038D98396FB}"/>
              </a:ext>
            </a:extLst>
          </p:cNvPr>
          <p:cNvSpPr txBox="1"/>
          <p:nvPr/>
        </p:nvSpPr>
        <p:spPr>
          <a:xfrm>
            <a:off x="17725297" y="1764984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02474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31</TotalTime>
  <Words>191</Words>
  <Application>Microsoft Macintosh PowerPoint</Application>
  <PresentationFormat>自定义</PresentationFormat>
  <Paragraphs>81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等线</vt:lpstr>
      <vt:lpstr>Aptos</vt:lpstr>
      <vt:lpstr>Aptos Display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T210463</dc:creator>
  <cp:lastModifiedBy>T210463</cp:lastModifiedBy>
  <cp:revision>3</cp:revision>
  <dcterms:created xsi:type="dcterms:W3CDTF">2026-06-27T09:11:14Z</dcterms:created>
  <dcterms:modified xsi:type="dcterms:W3CDTF">2026-06-27T09:45:18Z</dcterms:modified>
</cp:coreProperties>
</file>